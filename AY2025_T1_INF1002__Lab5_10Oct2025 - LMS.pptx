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9" r:id="rId5"/>
    <p:sldId id="270" r:id="rId6"/>
    <p:sldId id="280" r:id="rId7"/>
    <p:sldId id="271" r:id="rId8"/>
    <p:sldId id="272" r:id="rId9"/>
    <p:sldId id="290" r:id="rId10"/>
    <p:sldId id="291" r:id="rId11"/>
    <p:sldId id="285" r:id="rId12"/>
    <p:sldId id="286" r:id="rId13"/>
    <p:sldId id="287" r:id="rId14"/>
    <p:sldId id="289" r:id="rId15"/>
    <p:sldId id="288" r:id="rId16"/>
    <p:sldId id="2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B1ACD-9F1A-4F99-AEE5-90C40A740A06}" v="7" dt="2025-10-09T00:31:14.7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68" autoAdjust="0"/>
    <p:restoredTop sz="96178" autoAdjust="0"/>
  </p:normalViewPr>
  <p:slideViewPr>
    <p:cSldViewPr snapToGrid="0">
      <p:cViewPr varScale="1">
        <p:scale>
          <a:sx n="74" d="100"/>
          <a:sy n="74" d="100"/>
        </p:scale>
        <p:origin x="1378" y="28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Abraham" userId="41757602-551f-4302-a31e-a4d547966de1" providerId="ADAL" clId="{42216F5C-DCE5-4377-A55F-31128ACA8F8D}"/>
    <pc:docChg chg="undo custSel addSld delSld modSld">
      <pc:chgData name="Jacob Abraham" userId="41757602-551f-4302-a31e-a4d547966de1" providerId="ADAL" clId="{42216F5C-DCE5-4377-A55F-31128ACA8F8D}" dt="2023-10-06T03:12:18.901" v="2134" actId="20577"/>
      <pc:docMkLst>
        <pc:docMk/>
      </pc:docMkLst>
      <pc:sldChg chg="modSp mod">
        <pc:chgData name="Jacob Abraham" userId="41757602-551f-4302-a31e-a4d547966de1" providerId="ADAL" clId="{42216F5C-DCE5-4377-A55F-31128ACA8F8D}" dt="2023-10-06T00:34:35.275" v="2081" actId="20577"/>
        <pc:sldMkLst>
          <pc:docMk/>
          <pc:sldMk cId="119699311" sldId="261"/>
        </pc:sldMkLst>
      </pc:sldChg>
      <pc:sldChg chg="modSp mod">
        <pc:chgData name="Jacob Abraham" userId="41757602-551f-4302-a31e-a4d547966de1" providerId="ADAL" clId="{42216F5C-DCE5-4377-A55F-31128ACA8F8D}" dt="2023-10-03T01:29:48.188" v="10" actId="20577"/>
        <pc:sldMkLst>
          <pc:docMk/>
          <pc:sldMk cId="1359157137" sldId="269"/>
        </pc:sldMkLst>
      </pc:sldChg>
      <pc:sldChg chg="modSp mod">
        <pc:chgData name="Jacob Abraham" userId="41757602-551f-4302-a31e-a4d547966de1" providerId="ADAL" clId="{42216F5C-DCE5-4377-A55F-31128ACA8F8D}" dt="2023-10-06T03:12:18.901" v="2134" actId="20577"/>
        <pc:sldMkLst>
          <pc:docMk/>
          <pc:sldMk cId="3911185960" sldId="270"/>
        </pc:sldMkLst>
      </pc:sldChg>
      <pc:sldChg chg="modSp mod">
        <pc:chgData name="Jacob Abraham" userId="41757602-551f-4302-a31e-a4d547966de1" providerId="ADAL" clId="{42216F5C-DCE5-4377-A55F-31128ACA8F8D}" dt="2023-10-06T00:35:46.523" v="2105" actId="20577"/>
        <pc:sldMkLst>
          <pc:docMk/>
          <pc:sldMk cId="2865263139" sldId="271"/>
        </pc:sldMkLst>
      </pc:sldChg>
      <pc:sldChg chg="addSp delSp modSp mod">
        <pc:chgData name="Jacob Abraham" userId="41757602-551f-4302-a31e-a4d547966de1" providerId="ADAL" clId="{42216F5C-DCE5-4377-A55F-31128ACA8F8D}" dt="2023-10-06T00:36:47.270" v="2129" actId="20577"/>
        <pc:sldMkLst>
          <pc:docMk/>
          <pc:sldMk cId="2533073776" sldId="272"/>
        </pc:sldMkLst>
      </pc:sldChg>
      <pc:sldChg chg="addSp delSp modSp mod">
        <pc:chgData name="Jacob Abraham" userId="41757602-551f-4302-a31e-a4d547966de1" providerId="ADAL" clId="{42216F5C-DCE5-4377-A55F-31128ACA8F8D}" dt="2023-10-05T06:07:08.099" v="1871" actId="14100"/>
        <pc:sldMkLst>
          <pc:docMk/>
          <pc:sldMk cId="2667754629" sldId="280"/>
        </pc:sldMkLst>
      </pc:sldChg>
      <pc:sldChg chg="del">
        <pc:chgData name="Jacob Abraham" userId="41757602-551f-4302-a31e-a4d547966de1" providerId="ADAL" clId="{42216F5C-DCE5-4377-A55F-31128ACA8F8D}" dt="2023-10-03T01:35:52.092" v="169" actId="2696"/>
        <pc:sldMkLst>
          <pc:docMk/>
          <pc:sldMk cId="642014348" sldId="283"/>
        </pc:sldMkLst>
      </pc:sldChg>
      <pc:sldChg chg="addSp delSp modSp add mod">
        <pc:chgData name="Jacob Abraham" userId="41757602-551f-4302-a31e-a4d547966de1" providerId="ADAL" clId="{42216F5C-DCE5-4377-A55F-31128ACA8F8D}" dt="2023-10-03T03:03:39.337" v="318" actId="207"/>
        <pc:sldMkLst>
          <pc:docMk/>
          <pc:sldMk cId="2832051937" sldId="283"/>
        </pc:sldMkLst>
      </pc:sldChg>
      <pc:sldChg chg="del">
        <pc:chgData name="Jacob Abraham" userId="41757602-551f-4302-a31e-a4d547966de1" providerId="ADAL" clId="{42216F5C-DCE5-4377-A55F-31128ACA8F8D}" dt="2023-10-03T01:35:52.092" v="169" actId="2696"/>
        <pc:sldMkLst>
          <pc:docMk/>
          <pc:sldMk cId="619941099" sldId="284"/>
        </pc:sldMkLst>
      </pc:sldChg>
      <pc:sldChg chg="addSp delSp modSp add mod">
        <pc:chgData name="Jacob Abraham" userId="41757602-551f-4302-a31e-a4d547966de1" providerId="ADAL" clId="{42216F5C-DCE5-4377-A55F-31128ACA8F8D}" dt="2023-10-03T03:07:05.866" v="367" actId="1036"/>
        <pc:sldMkLst>
          <pc:docMk/>
          <pc:sldMk cId="1568731732" sldId="284"/>
        </pc:sldMkLst>
      </pc:sldChg>
      <pc:sldChg chg="addSp delSp modSp add mod">
        <pc:chgData name="Jacob Abraham" userId="41757602-551f-4302-a31e-a4d547966de1" providerId="ADAL" clId="{42216F5C-DCE5-4377-A55F-31128ACA8F8D}" dt="2023-10-03T03:10:12.914" v="376" actId="207"/>
        <pc:sldMkLst>
          <pc:docMk/>
          <pc:sldMk cId="1510556853" sldId="285"/>
        </pc:sldMkLst>
      </pc:sldChg>
      <pc:sldChg chg="del">
        <pc:chgData name="Jacob Abraham" userId="41757602-551f-4302-a31e-a4d547966de1" providerId="ADAL" clId="{42216F5C-DCE5-4377-A55F-31128ACA8F8D}" dt="2023-10-03T01:35:52.092" v="169" actId="2696"/>
        <pc:sldMkLst>
          <pc:docMk/>
          <pc:sldMk cId="3159498515" sldId="285"/>
        </pc:sldMkLst>
      </pc:sldChg>
      <pc:sldChg chg="addSp modSp add mod">
        <pc:chgData name="Jacob Abraham" userId="41757602-551f-4302-a31e-a4d547966de1" providerId="ADAL" clId="{42216F5C-DCE5-4377-A55F-31128ACA8F8D}" dt="2023-10-03T03:14:35.699" v="412" actId="1076"/>
        <pc:sldMkLst>
          <pc:docMk/>
          <pc:sldMk cId="1415095492" sldId="286"/>
        </pc:sldMkLst>
      </pc:sldChg>
      <pc:sldChg chg="del">
        <pc:chgData name="Jacob Abraham" userId="41757602-551f-4302-a31e-a4d547966de1" providerId="ADAL" clId="{42216F5C-DCE5-4377-A55F-31128ACA8F8D}" dt="2023-10-03T01:35:52.092" v="169" actId="2696"/>
        <pc:sldMkLst>
          <pc:docMk/>
          <pc:sldMk cId="3804932391" sldId="286"/>
        </pc:sldMkLst>
      </pc:sldChg>
      <pc:sldChg chg="addSp modSp add mod">
        <pc:chgData name="Jacob Abraham" userId="41757602-551f-4302-a31e-a4d547966de1" providerId="ADAL" clId="{42216F5C-DCE5-4377-A55F-31128ACA8F8D}" dt="2023-10-03T03:14:20.049" v="410" actId="1076"/>
        <pc:sldMkLst>
          <pc:docMk/>
          <pc:sldMk cId="838981623" sldId="287"/>
        </pc:sldMkLst>
      </pc:sldChg>
      <pc:sldChg chg="add del">
        <pc:chgData name="Jacob Abraham" userId="41757602-551f-4302-a31e-a4d547966de1" providerId="ADAL" clId="{42216F5C-DCE5-4377-A55F-31128ACA8F8D}" dt="2023-10-03T03:17:14.442" v="448" actId="2696"/>
        <pc:sldMkLst>
          <pc:docMk/>
          <pc:sldMk cId="2150751774" sldId="288"/>
        </pc:sldMkLst>
      </pc:sldChg>
      <pc:sldChg chg="addSp delSp modSp add mod">
        <pc:chgData name="Jacob Abraham" userId="41757602-551f-4302-a31e-a4d547966de1" providerId="ADAL" clId="{42216F5C-DCE5-4377-A55F-31128ACA8F8D}" dt="2023-10-05T05:22:19.121" v="1577" actId="1076"/>
        <pc:sldMkLst>
          <pc:docMk/>
          <pc:sldMk cId="3564611612" sldId="289"/>
        </pc:sldMkLst>
      </pc:sldChg>
      <pc:sldChg chg="addSp delSp modSp add mod">
        <pc:chgData name="Jacob Abraham" userId="41757602-551f-4302-a31e-a4d547966de1" providerId="ADAL" clId="{42216F5C-DCE5-4377-A55F-31128ACA8F8D}" dt="2023-10-05T08:25:44.235" v="2005" actId="207"/>
        <pc:sldMkLst>
          <pc:docMk/>
          <pc:sldMk cId="1038367835" sldId="290"/>
        </pc:sldMkLst>
      </pc:sldChg>
      <pc:sldChg chg="addSp delSp modSp add mod">
        <pc:chgData name="Jacob Abraham" userId="41757602-551f-4302-a31e-a4d547966de1" providerId="ADAL" clId="{42216F5C-DCE5-4377-A55F-31128ACA8F8D}" dt="2023-10-05T08:24:34.370" v="2003" actId="13926"/>
        <pc:sldMkLst>
          <pc:docMk/>
          <pc:sldMk cId="2171112491" sldId="291"/>
        </pc:sldMkLst>
      </pc:sldChg>
      <pc:sldChg chg="addSp delSp modSp add mod">
        <pc:chgData name="Jacob Abraham" userId="41757602-551f-4302-a31e-a4d547966de1" providerId="ADAL" clId="{42216F5C-DCE5-4377-A55F-31128ACA8F8D}" dt="2023-10-06T00:50:27.915" v="2132" actId="14100"/>
        <pc:sldMkLst>
          <pc:docMk/>
          <pc:sldMk cId="2066200596" sldId="292"/>
        </pc:sldMkLst>
      </pc:sldChg>
    </pc:docChg>
  </pc:docChgLst>
  <pc:docChgLst>
    <pc:chgData name="Jacob Abraham" userId="S::a101399@singaporetech.edu.sg::41757602-551f-4302-a31e-a4d547966de1" providerId="AD" clId="Web-{AB12E131-702D-4AB5-8026-588873A41697}"/>
    <pc:docChg chg="modSld">
      <pc:chgData name="Jacob Abraham" userId="S::a101399@singaporetech.edu.sg::41757602-551f-4302-a31e-a4d547966de1" providerId="AD" clId="Web-{AB12E131-702D-4AB5-8026-588873A41697}" dt="2022-03-16T02:20:18.324" v="87" actId="14100"/>
      <pc:docMkLst>
        <pc:docMk/>
      </pc:docMkLst>
      <pc:sldChg chg="modSp">
        <pc:chgData name="Jacob Abraham" userId="S::a101399@singaporetech.edu.sg::41757602-551f-4302-a31e-a4d547966de1" providerId="AD" clId="Web-{AB12E131-702D-4AB5-8026-588873A41697}" dt="2022-03-16T02:20:18.324" v="87" actId="14100"/>
        <pc:sldMkLst>
          <pc:docMk/>
          <pc:sldMk cId="119699311" sldId="261"/>
        </pc:sldMkLst>
      </pc:sldChg>
    </pc:docChg>
  </pc:docChgLst>
  <pc:docChgLst>
    <pc:chgData name="Jacob Abraham" userId="41757602-551f-4302-a31e-a4d547966de1" providerId="ADAL" clId="{11A4C11C-9B1A-4DF6-A8A3-C6B5F8D6278E}"/>
    <pc:docChg chg="undo custSel addSld delSld modSld">
      <pc:chgData name="Jacob Abraham" userId="41757602-551f-4302-a31e-a4d547966de1" providerId="ADAL" clId="{11A4C11C-9B1A-4DF6-A8A3-C6B5F8D6278E}" dt="2024-10-11T01:55:26.706" v="154" actId="1037"/>
      <pc:docMkLst>
        <pc:docMk/>
      </pc:docMkLst>
      <pc:sldChg chg="addSp delSp modSp mod">
        <pc:chgData name="Jacob Abraham" userId="41757602-551f-4302-a31e-a4d547966de1" providerId="ADAL" clId="{11A4C11C-9B1A-4DF6-A8A3-C6B5F8D6278E}" dt="2024-10-09T03:00:30.077" v="70" actId="14100"/>
        <pc:sldMkLst>
          <pc:docMk/>
          <pc:sldMk cId="119699311" sldId="261"/>
        </pc:sldMkLst>
      </pc:sldChg>
      <pc:sldChg chg="modSp mod">
        <pc:chgData name="Jacob Abraham" userId="41757602-551f-4302-a31e-a4d547966de1" providerId="ADAL" clId="{11A4C11C-9B1A-4DF6-A8A3-C6B5F8D6278E}" dt="2024-10-09T01:40:42.382" v="6" actId="20577"/>
        <pc:sldMkLst>
          <pc:docMk/>
          <pc:sldMk cId="1359157137" sldId="269"/>
        </pc:sldMkLst>
      </pc:sldChg>
      <pc:sldChg chg="addSp delSp modSp mod">
        <pc:chgData name="Jacob Abraham" userId="41757602-551f-4302-a31e-a4d547966de1" providerId="ADAL" clId="{11A4C11C-9B1A-4DF6-A8A3-C6B5F8D6278E}" dt="2024-10-11T00:34:01.700" v="99" actId="20577"/>
        <pc:sldMkLst>
          <pc:docMk/>
          <pc:sldMk cId="3911185960" sldId="270"/>
        </pc:sldMkLst>
      </pc:sldChg>
      <pc:sldChg chg="addSp delSp modSp mod">
        <pc:chgData name="Jacob Abraham" userId="41757602-551f-4302-a31e-a4d547966de1" providerId="ADAL" clId="{11A4C11C-9B1A-4DF6-A8A3-C6B5F8D6278E}" dt="2024-10-09T03:00:39.782" v="71" actId="14100"/>
        <pc:sldMkLst>
          <pc:docMk/>
          <pc:sldMk cId="2865263139" sldId="271"/>
        </pc:sldMkLst>
      </pc:sldChg>
      <pc:sldChg chg="addSp delSp modSp mod">
        <pc:chgData name="Jacob Abraham" userId="41757602-551f-4302-a31e-a4d547966de1" providerId="ADAL" clId="{11A4C11C-9B1A-4DF6-A8A3-C6B5F8D6278E}" dt="2024-10-09T03:02:27.562" v="76" actId="14734"/>
        <pc:sldMkLst>
          <pc:docMk/>
          <pc:sldMk cId="2533073776" sldId="272"/>
        </pc:sldMkLst>
      </pc:sldChg>
      <pc:sldChg chg="modSp mod">
        <pc:chgData name="Jacob Abraham" userId="41757602-551f-4302-a31e-a4d547966de1" providerId="ADAL" clId="{11A4C11C-9B1A-4DF6-A8A3-C6B5F8D6278E}" dt="2024-10-09T01:49:59.266" v="45" actId="20577"/>
        <pc:sldMkLst>
          <pc:docMk/>
          <pc:sldMk cId="2667754629" sldId="280"/>
        </pc:sldMkLst>
      </pc:sldChg>
      <pc:sldChg chg="del">
        <pc:chgData name="Jacob Abraham" userId="41757602-551f-4302-a31e-a4d547966de1" providerId="ADAL" clId="{11A4C11C-9B1A-4DF6-A8A3-C6B5F8D6278E}" dt="2024-10-09T01:56:16.393" v="57" actId="2696"/>
        <pc:sldMkLst>
          <pc:docMk/>
          <pc:sldMk cId="214660728" sldId="282"/>
        </pc:sldMkLst>
      </pc:sldChg>
      <pc:sldChg chg="modSp add del mod">
        <pc:chgData name="Jacob Abraham" userId="41757602-551f-4302-a31e-a4d547966de1" providerId="ADAL" clId="{11A4C11C-9B1A-4DF6-A8A3-C6B5F8D6278E}" dt="2024-10-09T01:53:23.878" v="50" actId="2696"/>
        <pc:sldMkLst>
          <pc:docMk/>
          <pc:sldMk cId="2832051937" sldId="283"/>
        </pc:sldMkLst>
      </pc:sldChg>
      <pc:sldChg chg="add del">
        <pc:chgData name="Jacob Abraham" userId="41757602-551f-4302-a31e-a4d547966de1" providerId="ADAL" clId="{11A4C11C-9B1A-4DF6-A8A3-C6B5F8D6278E}" dt="2024-10-09T01:53:23.165" v="49" actId="2696"/>
        <pc:sldMkLst>
          <pc:docMk/>
          <pc:sldMk cId="1568731732" sldId="284"/>
        </pc:sldMkLst>
      </pc:sldChg>
      <pc:sldChg chg="modSp mod">
        <pc:chgData name="Jacob Abraham" userId="41757602-551f-4302-a31e-a4d547966de1" providerId="ADAL" clId="{11A4C11C-9B1A-4DF6-A8A3-C6B5F8D6278E}" dt="2024-10-09T01:54:53.489" v="52" actId="1076"/>
        <pc:sldMkLst>
          <pc:docMk/>
          <pc:sldMk cId="1510556853" sldId="285"/>
        </pc:sldMkLst>
      </pc:sldChg>
      <pc:sldChg chg="modSp mod">
        <pc:chgData name="Jacob Abraham" userId="41757602-551f-4302-a31e-a4d547966de1" providerId="ADAL" clId="{11A4C11C-9B1A-4DF6-A8A3-C6B5F8D6278E}" dt="2024-10-09T01:55:05.658" v="53" actId="20577"/>
        <pc:sldMkLst>
          <pc:docMk/>
          <pc:sldMk cId="1415095492" sldId="286"/>
        </pc:sldMkLst>
      </pc:sldChg>
      <pc:sldChg chg="modSp mod">
        <pc:chgData name="Jacob Abraham" userId="41757602-551f-4302-a31e-a4d547966de1" providerId="ADAL" clId="{11A4C11C-9B1A-4DF6-A8A3-C6B5F8D6278E}" dt="2024-10-09T01:55:15.153" v="54" actId="20577"/>
        <pc:sldMkLst>
          <pc:docMk/>
          <pc:sldMk cId="838981623" sldId="287"/>
        </pc:sldMkLst>
      </pc:sldChg>
      <pc:sldChg chg="addSp delSp modSp mod">
        <pc:chgData name="Jacob Abraham" userId="41757602-551f-4302-a31e-a4d547966de1" providerId="ADAL" clId="{11A4C11C-9B1A-4DF6-A8A3-C6B5F8D6278E}" dt="2024-10-11T01:55:26.706" v="154" actId="1037"/>
        <pc:sldMkLst>
          <pc:docMk/>
          <pc:sldMk cId="3564611612" sldId="289"/>
        </pc:sldMkLst>
      </pc:sldChg>
      <pc:sldChg chg="modSp mod">
        <pc:chgData name="Jacob Abraham" userId="41757602-551f-4302-a31e-a4d547966de1" providerId="ADAL" clId="{11A4C11C-9B1A-4DF6-A8A3-C6B5F8D6278E}" dt="2024-10-09T01:47:08.303" v="41" actId="20577"/>
        <pc:sldMkLst>
          <pc:docMk/>
          <pc:sldMk cId="1038367835" sldId="290"/>
        </pc:sldMkLst>
      </pc:sldChg>
      <pc:sldChg chg="modSp mod">
        <pc:chgData name="Jacob Abraham" userId="41757602-551f-4302-a31e-a4d547966de1" providerId="ADAL" clId="{11A4C11C-9B1A-4DF6-A8A3-C6B5F8D6278E}" dt="2024-10-09T01:49:01.313" v="44" actId="20577"/>
        <pc:sldMkLst>
          <pc:docMk/>
          <pc:sldMk cId="2171112491" sldId="291"/>
        </pc:sldMkLst>
      </pc:sldChg>
      <pc:sldChg chg="modSp del mod">
        <pc:chgData name="Jacob Abraham" userId="41757602-551f-4302-a31e-a4d547966de1" providerId="ADAL" clId="{11A4C11C-9B1A-4DF6-A8A3-C6B5F8D6278E}" dt="2024-10-09T01:57:05.262" v="58" actId="2696"/>
        <pc:sldMkLst>
          <pc:docMk/>
          <pc:sldMk cId="2066200596" sldId="292"/>
        </pc:sldMkLst>
      </pc:sldChg>
      <pc:sldChg chg="add del">
        <pc:chgData name="Jacob Abraham" userId="41757602-551f-4302-a31e-a4d547966de1" providerId="ADAL" clId="{11A4C11C-9B1A-4DF6-A8A3-C6B5F8D6278E}" dt="2024-10-09T03:03:18.295" v="78" actId="47"/>
        <pc:sldMkLst>
          <pc:docMk/>
          <pc:sldMk cId="2725260985" sldId="294"/>
        </pc:sldMkLst>
      </pc:sldChg>
    </pc:docChg>
  </pc:docChgLst>
  <pc:docChgLst>
    <pc:chgData name="Jacob Abraham" userId="41757602-551f-4302-a31e-a4d547966de1" providerId="ADAL" clId="{E80E2E0A-7DE5-422F-95C2-078D7EFB0815}"/>
    <pc:docChg chg="undo custSel addSld delSld modSld sldOrd">
      <pc:chgData name="Jacob Abraham" userId="41757602-551f-4302-a31e-a4d547966de1" providerId="ADAL" clId="{E80E2E0A-7DE5-422F-95C2-078D7EFB0815}" dt="2023-09-15T06:00:48.649" v="3764" actId="20577"/>
      <pc:docMkLst>
        <pc:docMk/>
      </pc:docMkLst>
      <pc:sldChg chg="addSp delSp modSp mod">
        <pc:chgData name="Jacob Abraham" userId="41757602-551f-4302-a31e-a4d547966de1" providerId="ADAL" clId="{E80E2E0A-7DE5-422F-95C2-078D7EFB0815}" dt="2023-09-14T01:01:08.960" v="3594" actId="20577"/>
        <pc:sldMkLst>
          <pc:docMk/>
          <pc:sldMk cId="119699311" sldId="261"/>
        </pc:sldMkLst>
      </pc:sldChg>
      <pc:sldChg chg="modSp mod">
        <pc:chgData name="Jacob Abraham" userId="41757602-551f-4302-a31e-a4d547966de1" providerId="ADAL" clId="{E80E2E0A-7DE5-422F-95C2-078D7EFB0815}" dt="2023-09-14T01:03:46.568" v="3634" actId="20577"/>
        <pc:sldMkLst>
          <pc:docMk/>
          <pc:sldMk cId="1359157137" sldId="269"/>
        </pc:sldMkLst>
      </pc:sldChg>
      <pc:sldChg chg="addSp modSp add mod ord">
        <pc:chgData name="Jacob Abraham" userId="41757602-551f-4302-a31e-a4d547966de1" providerId="ADAL" clId="{E80E2E0A-7DE5-422F-95C2-078D7EFB0815}" dt="2023-09-15T06:00:48.649" v="3764" actId="20577"/>
        <pc:sldMkLst>
          <pc:docMk/>
          <pc:sldMk cId="3911185960" sldId="270"/>
        </pc:sldMkLst>
      </pc:sldChg>
      <pc:sldChg chg="modSp add mod">
        <pc:chgData name="Jacob Abraham" userId="41757602-551f-4302-a31e-a4d547966de1" providerId="ADAL" clId="{E80E2E0A-7DE5-422F-95C2-078D7EFB0815}" dt="2023-09-14T01:02:41.461" v="3622" actId="20577"/>
        <pc:sldMkLst>
          <pc:docMk/>
          <pc:sldMk cId="2865263139" sldId="271"/>
        </pc:sldMkLst>
      </pc:sldChg>
      <pc:sldChg chg="modSp add mod">
        <pc:chgData name="Jacob Abraham" userId="41757602-551f-4302-a31e-a4d547966de1" providerId="ADAL" clId="{E80E2E0A-7DE5-422F-95C2-078D7EFB0815}" dt="2023-09-14T01:00:15.317" v="3580" actId="20577"/>
        <pc:sldMkLst>
          <pc:docMk/>
          <pc:sldMk cId="2533073776" sldId="272"/>
        </pc:sldMkLst>
      </pc:sldChg>
      <pc:sldChg chg="addSp delSp modSp add mod">
        <pc:chgData name="Jacob Abraham" userId="41757602-551f-4302-a31e-a4d547966de1" providerId="ADAL" clId="{E80E2E0A-7DE5-422F-95C2-078D7EFB0815}" dt="2023-09-12T05:07:07.111" v="3006" actId="1076"/>
        <pc:sldMkLst>
          <pc:docMk/>
          <pc:sldMk cId="2623377629" sldId="273"/>
        </pc:sldMkLst>
      </pc:sldChg>
      <pc:sldChg chg="addSp delSp modSp add mod ord">
        <pc:chgData name="Jacob Abraham" userId="41757602-551f-4302-a31e-a4d547966de1" providerId="ADAL" clId="{E80E2E0A-7DE5-422F-95C2-078D7EFB0815}" dt="2023-09-12T05:08:18.094" v="3008" actId="255"/>
        <pc:sldMkLst>
          <pc:docMk/>
          <pc:sldMk cId="4257570396" sldId="274"/>
        </pc:sldMkLst>
      </pc:sldChg>
      <pc:sldChg chg="addSp delSp modSp add mod">
        <pc:chgData name="Jacob Abraham" userId="41757602-551f-4302-a31e-a4d547966de1" providerId="ADAL" clId="{E80E2E0A-7DE5-422F-95C2-078D7EFB0815}" dt="2023-09-11T07:34:51.091" v="2088" actId="13926"/>
        <pc:sldMkLst>
          <pc:docMk/>
          <pc:sldMk cId="561134676" sldId="275"/>
        </pc:sldMkLst>
      </pc:sldChg>
      <pc:sldChg chg="add del">
        <pc:chgData name="Jacob Abraham" userId="41757602-551f-4302-a31e-a4d547966de1" providerId="ADAL" clId="{E80E2E0A-7DE5-422F-95C2-078D7EFB0815}" dt="2023-09-11T07:30:20.392" v="1920" actId="2890"/>
        <pc:sldMkLst>
          <pc:docMk/>
          <pc:sldMk cId="191342208" sldId="276"/>
        </pc:sldMkLst>
      </pc:sldChg>
      <pc:sldChg chg="addSp delSp modSp add del mod">
        <pc:chgData name="Jacob Abraham" userId="41757602-551f-4302-a31e-a4d547966de1" providerId="ADAL" clId="{E80E2E0A-7DE5-422F-95C2-078D7EFB0815}" dt="2023-09-11T07:30:21.197" v="1921" actId="2696"/>
        <pc:sldMkLst>
          <pc:docMk/>
          <pc:sldMk cId="627856558" sldId="276"/>
        </pc:sldMkLst>
      </pc:sldChg>
      <pc:sldChg chg="addSp delSp modSp add mod">
        <pc:chgData name="Jacob Abraham" userId="41757602-551f-4302-a31e-a4d547966de1" providerId="ADAL" clId="{E80E2E0A-7DE5-422F-95C2-078D7EFB0815}" dt="2023-09-12T09:15:46.597" v="3552" actId="1076"/>
        <pc:sldMkLst>
          <pc:docMk/>
          <pc:sldMk cId="4270116781" sldId="277"/>
        </pc:sldMkLst>
      </pc:sldChg>
      <pc:sldChg chg="addSp delSp modSp add mod">
        <pc:chgData name="Jacob Abraham" userId="41757602-551f-4302-a31e-a4d547966de1" providerId="ADAL" clId="{E80E2E0A-7DE5-422F-95C2-078D7EFB0815}" dt="2023-09-15T00:43:26.742" v="3744" actId="1076"/>
        <pc:sldMkLst>
          <pc:docMk/>
          <pc:sldMk cId="166213407" sldId="278"/>
        </pc:sldMkLst>
      </pc:sldChg>
      <pc:sldChg chg="addSp delSp modSp add mod">
        <pc:chgData name="Jacob Abraham" userId="41757602-551f-4302-a31e-a4d547966de1" providerId="ADAL" clId="{E80E2E0A-7DE5-422F-95C2-078D7EFB0815}" dt="2023-09-12T05:03:17.469" v="3005" actId="1036"/>
        <pc:sldMkLst>
          <pc:docMk/>
          <pc:sldMk cId="1812223406" sldId="279"/>
        </pc:sldMkLst>
      </pc:sldChg>
      <pc:sldChg chg="addSp delSp modSp add mod">
        <pc:chgData name="Jacob Abraham" userId="41757602-551f-4302-a31e-a4d547966de1" providerId="ADAL" clId="{E80E2E0A-7DE5-422F-95C2-078D7EFB0815}" dt="2023-09-15T00:44:59.262" v="3762" actId="20577"/>
        <pc:sldMkLst>
          <pc:docMk/>
          <pc:sldMk cId="963996020" sldId="280"/>
        </pc:sldMkLst>
      </pc:sldChg>
      <pc:sldChg chg="addSp delSp modSp add mod">
        <pc:chgData name="Jacob Abraham" userId="41757602-551f-4302-a31e-a4d547966de1" providerId="ADAL" clId="{E80E2E0A-7DE5-422F-95C2-078D7EFB0815}" dt="2023-09-15T00:30:05.280" v="3647" actId="6549"/>
        <pc:sldMkLst>
          <pc:docMk/>
          <pc:sldMk cId="2547913158" sldId="281"/>
        </pc:sldMkLst>
      </pc:sldChg>
    </pc:docChg>
  </pc:docChgLst>
  <pc:docChgLst>
    <pc:chgData name="Jacob Abraham" userId="S::a101399@singaporetech.edu.sg::41757602-551f-4302-a31e-a4d547966de1" providerId="AD" clId="Web-{E0DA5B5C-E1FD-4BB4-9C28-CFE7015421D6}"/>
    <pc:docChg chg="modSld">
      <pc:chgData name="Jacob Abraham" userId="S::a101399@singaporetech.edu.sg::41757602-551f-4302-a31e-a4d547966de1" providerId="AD" clId="Web-{E0DA5B5C-E1FD-4BB4-9C28-CFE7015421D6}" dt="2022-04-05T08:20:07.809" v="28" actId="20577"/>
      <pc:docMkLst>
        <pc:docMk/>
      </pc:docMkLst>
      <pc:sldChg chg="modSp">
        <pc:chgData name="Jacob Abraham" userId="S::a101399@singaporetech.edu.sg::41757602-551f-4302-a31e-a4d547966de1" providerId="AD" clId="Web-{E0DA5B5C-E1FD-4BB4-9C28-CFE7015421D6}" dt="2022-04-05T08:20:07.809" v="28" actId="20577"/>
        <pc:sldMkLst>
          <pc:docMk/>
          <pc:sldMk cId="119699311" sldId="261"/>
        </pc:sldMkLst>
      </pc:sldChg>
    </pc:docChg>
  </pc:docChgLst>
  <pc:docChgLst>
    <pc:chgData name="Jacob Abraham" userId="41757602-551f-4302-a31e-a4d547966de1" providerId="ADAL" clId="{332FF506-4FCC-4B7F-A2FE-E969B105541D}"/>
    <pc:docChg chg="undo custSel addSld delSld modSld">
      <pc:chgData name="Jacob Abraham" userId="41757602-551f-4302-a31e-a4d547966de1" providerId="ADAL" clId="{332FF506-4FCC-4B7F-A2FE-E969B105541D}" dt="2023-09-28T09:43:28.898" v="1221" actId="20577"/>
      <pc:docMkLst>
        <pc:docMk/>
      </pc:docMkLst>
      <pc:sldChg chg="modSp mod">
        <pc:chgData name="Jacob Abraham" userId="41757602-551f-4302-a31e-a4d547966de1" providerId="ADAL" clId="{332FF506-4FCC-4B7F-A2FE-E969B105541D}" dt="2023-09-28T09:41:36.864" v="1176" actId="20577"/>
        <pc:sldMkLst>
          <pc:docMk/>
          <pc:sldMk cId="119699311" sldId="261"/>
        </pc:sldMkLst>
      </pc:sldChg>
      <pc:sldChg chg="modSp mod">
        <pc:chgData name="Jacob Abraham" userId="41757602-551f-4302-a31e-a4d547966de1" providerId="ADAL" clId="{332FF506-4FCC-4B7F-A2FE-E969B105541D}" dt="2023-09-25T09:10:31.739" v="3" actId="20577"/>
        <pc:sldMkLst>
          <pc:docMk/>
          <pc:sldMk cId="1359157137" sldId="269"/>
        </pc:sldMkLst>
      </pc:sldChg>
      <pc:sldChg chg="modSp mod">
        <pc:chgData name="Jacob Abraham" userId="41757602-551f-4302-a31e-a4d547966de1" providerId="ADAL" clId="{332FF506-4FCC-4B7F-A2FE-E969B105541D}" dt="2023-09-25T09:16:30.249" v="52" actId="20577"/>
        <pc:sldMkLst>
          <pc:docMk/>
          <pc:sldMk cId="3911185960" sldId="270"/>
        </pc:sldMkLst>
      </pc:sldChg>
      <pc:sldChg chg="modSp mod">
        <pc:chgData name="Jacob Abraham" userId="41757602-551f-4302-a31e-a4d547966de1" providerId="ADAL" clId="{332FF506-4FCC-4B7F-A2FE-E969B105541D}" dt="2023-09-28T09:42:27.433" v="1198" actId="20577"/>
        <pc:sldMkLst>
          <pc:docMk/>
          <pc:sldMk cId="2865263139" sldId="271"/>
        </pc:sldMkLst>
      </pc:sldChg>
      <pc:sldChg chg="modSp mod">
        <pc:chgData name="Jacob Abraham" userId="41757602-551f-4302-a31e-a4d547966de1" providerId="ADAL" clId="{332FF506-4FCC-4B7F-A2FE-E969B105541D}" dt="2023-09-28T09:43:28.898" v="1221" actId="20577"/>
        <pc:sldMkLst>
          <pc:docMk/>
          <pc:sldMk cId="2533073776" sldId="272"/>
        </pc:sldMkLst>
      </pc:sldChg>
      <pc:sldChg chg="del">
        <pc:chgData name="Jacob Abraham" userId="41757602-551f-4302-a31e-a4d547966de1" providerId="ADAL" clId="{332FF506-4FCC-4B7F-A2FE-E969B105541D}" dt="2023-09-25T09:21:00.471" v="166" actId="2696"/>
        <pc:sldMkLst>
          <pc:docMk/>
          <pc:sldMk cId="2623377629" sldId="273"/>
        </pc:sldMkLst>
      </pc:sldChg>
      <pc:sldChg chg="del">
        <pc:chgData name="Jacob Abraham" userId="41757602-551f-4302-a31e-a4d547966de1" providerId="ADAL" clId="{332FF506-4FCC-4B7F-A2FE-E969B105541D}" dt="2023-09-25T09:21:00.471" v="166" actId="2696"/>
        <pc:sldMkLst>
          <pc:docMk/>
          <pc:sldMk cId="453080463" sldId="274"/>
        </pc:sldMkLst>
      </pc:sldChg>
      <pc:sldChg chg="del">
        <pc:chgData name="Jacob Abraham" userId="41757602-551f-4302-a31e-a4d547966de1" providerId="ADAL" clId="{332FF506-4FCC-4B7F-A2FE-E969B105541D}" dt="2023-09-25T09:21:00.471" v="166" actId="2696"/>
        <pc:sldMkLst>
          <pc:docMk/>
          <pc:sldMk cId="1485507052" sldId="275"/>
        </pc:sldMkLst>
      </pc:sldChg>
      <pc:sldChg chg="del">
        <pc:chgData name="Jacob Abraham" userId="41757602-551f-4302-a31e-a4d547966de1" providerId="ADAL" clId="{332FF506-4FCC-4B7F-A2FE-E969B105541D}" dt="2023-09-25T09:21:00.471" v="166" actId="2696"/>
        <pc:sldMkLst>
          <pc:docMk/>
          <pc:sldMk cId="3205278299" sldId="276"/>
        </pc:sldMkLst>
      </pc:sldChg>
      <pc:sldChg chg="del">
        <pc:chgData name="Jacob Abraham" userId="41757602-551f-4302-a31e-a4d547966de1" providerId="ADAL" clId="{332FF506-4FCC-4B7F-A2FE-E969B105541D}" dt="2023-09-25T09:21:00.471" v="166" actId="2696"/>
        <pc:sldMkLst>
          <pc:docMk/>
          <pc:sldMk cId="2838563699" sldId="277"/>
        </pc:sldMkLst>
      </pc:sldChg>
      <pc:sldChg chg="del">
        <pc:chgData name="Jacob Abraham" userId="41757602-551f-4302-a31e-a4d547966de1" providerId="ADAL" clId="{332FF506-4FCC-4B7F-A2FE-E969B105541D}" dt="2023-09-25T09:21:00.471" v="166" actId="2696"/>
        <pc:sldMkLst>
          <pc:docMk/>
          <pc:sldMk cId="1234194830" sldId="278"/>
        </pc:sldMkLst>
      </pc:sldChg>
      <pc:sldChg chg="del">
        <pc:chgData name="Jacob Abraham" userId="41757602-551f-4302-a31e-a4d547966de1" providerId="ADAL" clId="{332FF506-4FCC-4B7F-A2FE-E969B105541D}" dt="2023-09-25T09:21:00.471" v="166" actId="2696"/>
        <pc:sldMkLst>
          <pc:docMk/>
          <pc:sldMk cId="2447937618" sldId="279"/>
        </pc:sldMkLst>
      </pc:sldChg>
      <pc:sldChg chg="addSp delSp modSp mod">
        <pc:chgData name="Jacob Abraham" userId="41757602-551f-4302-a31e-a4d547966de1" providerId="ADAL" clId="{332FF506-4FCC-4B7F-A2FE-E969B105541D}" dt="2023-09-28T06:31:28.399" v="1151" actId="207"/>
        <pc:sldMkLst>
          <pc:docMk/>
          <pc:sldMk cId="2667754629" sldId="280"/>
        </pc:sldMkLst>
      </pc:sldChg>
      <pc:sldChg chg="delSp del mod">
        <pc:chgData name="Jacob Abraham" userId="41757602-551f-4302-a31e-a4d547966de1" providerId="ADAL" clId="{332FF506-4FCC-4B7F-A2FE-E969B105541D}" dt="2023-09-25T09:21:00.471" v="166" actId="2696"/>
        <pc:sldMkLst>
          <pc:docMk/>
          <pc:sldMk cId="2467930719" sldId="281"/>
        </pc:sldMkLst>
      </pc:sldChg>
      <pc:sldChg chg="modSp mod">
        <pc:chgData name="Jacob Abraham" userId="41757602-551f-4302-a31e-a4d547966de1" providerId="ADAL" clId="{332FF506-4FCC-4B7F-A2FE-E969B105541D}" dt="2023-09-25T09:21:17.508" v="168" actId="20577"/>
        <pc:sldMkLst>
          <pc:docMk/>
          <pc:sldMk cId="214660728" sldId="282"/>
        </pc:sldMkLst>
      </pc:sldChg>
      <pc:sldChg chg="addSp delSp modSp add mod">
        <pc:chgData name="Jacob Abraham" userId="41757602-551f-4302-a31e-a4d547966de1" providerId="ADAL" clId="{332FF506-4FCC-4B7F-A2FE-E969B105541D}" dt="2023-09-28T02:36:41.550" v="865" actId="14100"/>
        <pc:sldMkLst>
          <pc:docMk/>
          <pc:sldMk cId="642014348" sldId="283"/>
        </pc:sldMkLst>
      </pc:sldChg>
      <pc:sldChg chg="addSp delSp modSp add mod">
        <pc:chgData name="Jacob Abraham" userId="41757602-551f-4302-a31e-a4d547966de1" providerId="ADAL" clId="{332FF506-4FCC-4B7F-A2FE-E969B105541D}" dt="2023-09-28T02:48:03.663" v="886" actId="207"/>
        <pc:sldMkLst>
          <pc:docMk/>
          <pc:sldMk cId="619941099" sldId="284"/>
        </pc:sldMkLst>
      </pc:sldChg>
      <pc:sldChg chg="addSp delSp modSp add mod">
        <pc:chgData name="Jacob Abraham" userId="41757602-551f-4302-a31e-a4d547966de1" providerId="ADAL" clId="{332FF506-4FCC-4B7F-A2FE-E969B105541D}" dt="2023-09-28T06:31:42.821" v="1152" actId="13926"/>
        <pc:sldMkLst>
          <pc:docMk/>
          <pc:sldMk cId="3159498515" sldId="285"/>
        </pc:sldMkLst>
      </pc:sldChg>
      <pc:sldChg chg="addSp delSp modSp add mod">
        <pc:chgData name="Jacob Abraham" userId="41757602-551f-4302-a31e-a4d547966de1" providerId="ADAL" clId="{332FF506-4FCC-4B7F-A2FE-E969B105541D}" dt="2023-09-28T02:45:24.721" v="877" actId="207"/>
        <pc:sldMkLst>
          <pc:docMk/>
          <pc:sldMk cId="3804932391" sldId="286"/>
        </pc:sldMkLst>
      </pc:sldChg>
    </pc:docChg>
  </pc:docChgLst>
  <pc:docChgLst>
    <pc:chgData name="Jacob Abraham" userId="41757602-551f-4302-a31e-a4d547966de1" providerId="ADAL" clId="{5B81AC5F-2115-4AB9-9312-80A0CC182CCF}"/>
    <pc:docChg chg="undo custSel addSld delSld modSld">
      <pc:chgData name="Jacob Abraham" userId="41757602-551f-4302-a31e-a4d547966de1" providerId="ADAL" clId="{5B81AC5F-2115-4AB9-9312-80A0CC182CCF}" dt="2023-09-22T03:05:05.876" v="1929" actId="13926"/>
      <pc:docMkLst>
        <pc:docMk/>
      </pc:docMkLst>
      <pc:sldChg chg="modSp mod">
        <pc:chgData name="Jacob Abraham" userId="41757602-551f-4302-a31e-a4d547966de1" providerId="ADAL" clId="{5B81AC5F-2115-4AB9-9312-80A0CC182CCF}" dt="2023-09-22T00:25:57.110" v="1638" actId="13926"/>
        <pc:sldMkLst>
          <pc:docMk/>
          <pc:sldMk cId="119699311" sldId="261"/>
        </pc:sldMkLst>
      </pc:sldChg>
      <pc:sldChg chg="modSp mod">
        <pc:chgData name="Jacob Abraham" userId="41757602-551f-4302-a31e-a4d547966de1" providerId="ADAL" clId="{5B81AC5F-2115-4AB9-9312-80A0CC182CCF}" dt="2023-09-21T04:47:32.094" v="5" actId="20577"/>
        <pc:sldMkLst>
          <pc:docMk/>
          <pc:sldMk cId="1359157137" sldId="269"/>
        </pc:sldMkLst>
      </pc:sldChg>
      <pc:sldChg chg="modSp mod">
        <pc:chgData name="Jacob Abraham" userId="41757602-551f-4302-a31e-a4d547966de1" providerId="ADAL" clId="{5B81AC5F-2115-4AB9-9312-80A0CC182CCF}" dt="2023-09-22T01:07:22.732" v="1870" actId="20577"/>
        <pc:sldMkLst>
          <pc:docMk/>
          <pc:sldMk cId="3911185960" sldId="270"/>
        </pc:sldMkLst>
      </pc:sldChg>
      <pc:sldChg chg="modSp mod">
        <pc:chgData name="Jacob Abraham" userId="41757602-551f-4302-a31e-a4d547966de1" providerId="ADAL" clId="{5B81AC5F-2115-4AB9-9312-80A0CC182CCF}" dt="2023-09-22T00:28:35.594" v="1760" actId="13926"/>
        <pc:sldMkLst>
          <pc:docMk/>
          <pc:sldMk cId="2865263139" sldId="271"/>
        </pc:sldMkLst>
      </pc:sldChg>
      <pc:sldChg chg="addSp delSp modSp mod">
        <pc:chgData name="Jacob Abraham" userId="41757602-551f-4302-a31e-a4d547966de1" providerId="ADAL" clId="{5B81AC5F-2115-4AB9-9312-80A0CC182CCF}" dt="2023-09-22T00:29:44.821" v="1782" actId="20577"/>
        <pc:sldMkLst>
          <pc:docMk/>
          <pc:sldMk cId="2533073776" sldId="272"/>
        </pc:sldMkLst>
      </pc:sldChg>
      <pc:sldChg chg="addSp delSp modSp mod">
        <pc:chgData name="Jacob Abraham" userId="41757602-551f-4302-a31e-a4d547966de1" providerId="ADAL" clId="{5B81AC5F-2115-4AB9-9312-80A0CC182CCF}" dt="2023-09-22T00:31:52.342" v="1812" actId="14100"/>
        <pc:sldMkLst>
          <pc:docMk/>
          <pc:sldMk cId="2623377629" sldId="273"/>
        </pc:sldMkLst>
      </pc:sldChg>
      <pc:sldChg chg="addSp delSp modSp add mod">
        <pc:chgData name="Jacob Abraham" userId="41757602-551f-4302-a31e-a4d547966de1" providerId="ADAL" clId="{5B81AC5F-2115-4AB9-9312-80A0CC182CCF}" dt="2023-09-21T06:04:25.455" v="725" actId="1076"/>
        <pc:sldMkLst>
          <pc:docMk/>
          <pc:sldMk cId="453080463" sldId="274"/>
        </pc:sldMkLst>
      </pc:sldChg>
      <pc:sldChg chg="del">
        <pc:chgData name="Jacob Abraham" userId="41757602-551f-4302-a31e-a4d547966de1" providerId="ADAL" clId="{5B81AC5F-2115-4AB9-9312-80A0CC182CCF}" dt="2023-09-21T04:56:12.334" v="70" actId="47"/>
        <pc:sldMkLst>
          <pc:docMk/>
          <pc:sldMk cId="4257570396" sldId="274"/>
        </pc:sldMkLst>
      </pc:sldChg>
      <pc:sldChg chg="del">
        <pc:chgData name="Jacob Abraham" userId="41757602-551f-4302-a31e-a4d547966de1" providerId="ADAL" clId="{5B81AC5F-2115-4AB9-9312-80A0CC182CCF}" dt="2023-09-21T04:56:12.334" v="70" actId="47"/>
        <pc:sldMkLst>
          <pc:docMk/>
          <pc:sldMk cId="561134676" sldId="275"/>
        </pc:sldMkLst>
      </pc:sldChg>
      <pc:sldChg chg="addSp delSp modSp add mod">
        <pc:chgData name="Jacob Abraham" userId="41757602-551f-4302-a31e-a4d547966de1" providerId="ADAL" clId="{5B81AC5F-2115-4AB9-9312-80A0CC182CCF}" dt="2023-09-21T06:06:42.517" v="789" actId="1076"/>
        <pc:sldMkLst>
          <pc:docMk/>
          <pc:sldMk cId="1485507052" sldId="275"/>
        </pc:sldMkLst>
      </pc:sldChg>
      <pc:sldChg chg="del">
        <pc:chgData name="Jacob Abraham" userId="41757602-551f-4302-a31e-a4d547966de1" providerId="ADAL" clId="{5B81AC5F-2115-4AB9-9312-80A0CC182CCF}" dt="2023-09-21T04:56:12.334" v="70" actId="47"/>
        <pc:sldMkLst>
          <pc:docMk/>
          <pc:sldMk cId="627856558" sldId="276"/>
        </pc:sldMkLst>
      </pc:sldChg>
      <pc:sldChg chg="addSp delSp modSp add mod">
        <pc:chgData name="Jacob Abraham" userId="41757602-551f-4302-a31e-a4d547966de1" providerId="ADAL" clId="{5B81AC5F-2115-4AB9-9312-80A0CC182CCF}" dt="2023-09-22T00:46:23.311" v="1868" actId="1036"/>
        <pc:sldMkLst>
          <pc:docMk/>
          <pc:sldMk cId="3205278299" sldId="276"/>
        </pc:sldMkLst>
      </pc:sldChg>
      <pc:sldChg chg="addSp delSp modSp add mod">
        <pc:chgData name="Jacob Abraham" userId="41757602-551f-4302-a31e-a4d547966de1" providerId="ADAL" clId="{5B81AC5F-2115-4AB9-9312-80A0CC182CCF}" dt="2023-09-21T07:16:25.412" v="1535" actId="1076"/>
        <pc:sldMkLst>
          <pc:docMk/>
          <pc:sldMk cId="2838563699" sldId="277"/>
        </pc:sldMkLst>
      </pc:sldChg>
      <pc:sldChg chg="del">
        <pc:chgData name="Jacob Abraham" userId="41757602-551f-4302-a31e-a4d547966de1" providerId="ADAL" clId="{5B81AC5F-2115-4AB9-9312-80A0CC182CCF}" dt="2023-09-21T04:56:12.334" v="70" actId="47"/>
        <pc:sldMkLst>
          <pc:docMk/>
          <pc:sldMk cId="4270116781" sldId="277"/>
        </pc:sldMkLst>
      </pc:sldChg>
      <pc:sldChg chg="del">
        <pc:chgData name="Jacob Abraham" userId="41757602-551f-4302-a31e-a4d547966de1" providerId="ADAL" clId="{5B81AC5F-2115-4AB9-9312-80A0CC182CCF}" dt="2023-09-21T04:56:12.334" v="70" actId="47"/>
        <pc:sldMkLst>
          <pc:docMk/>
          <pc:sldMk cId="166213407" sldId="278"/>
        </pc:sldMkLst>
      </pc:sldChg>
      <pc:sldChg chg="addSp delSp modSp add mod">
        <pc:chgData name="Jacob Abraham" userId="41757602-551f-4302-a31e-a4d547966de1" providerId="ADAL" clId="{5B81AC5F-2115-4AB9-9312-80A0CC182CCF}" dt="2023-09-21T06:24:20.780" v="1322" actId="1076"/>
        <pc:sldMkLst>
          <pc:docMk/>
          <pc:sldMk cId="1234194830" sldId="278"/>
        </pc:sldMkLst>
      </pc:sldChg>
      <pc:sldChg chg="del">
        <pc:chgData name="Jacob Abraham" userId="41757602-551f-4302-a31e-a4d547966de1" providerId="ADAL" clId="{5B81AC5F-2115-4AB9-9312-80A0CC182CCF}" dt="2023-09-21T04:56:12.334" v="70" actId="47"/>
        <pc:sldMkLst>
          <pc:docMk/>
          <pc:sldMk cId="1812223406" sldId="279"/>
        </pc:sldMkLst>
      </pc:sldChg>
      <pc:sldChg chg="addSp delSp modSp add mod">
        <pc:chgData name="Jacob Abraham" userId="41757602-551f-4302-a31e-a4d547966de1" providerId="ADAL" clId="{5B81AC5F-2115-4AB9-9312-80A0CC182CCF}" dt="2023-09-21T06:22:06.127" v="1265" actId="1036"/>
        <pc:sldMkLst>
          <pc:docMk/>
          <pc:sldMk cId="2447937618" sldId="279"/>
        </pc:sldMkLst>
      </pc:sldChg>
      <pc:sldChg chg="del">
        <pc:chgData name="Jacob Abraham" userId="41757602-551f-4302-a31e-a4d547966de1" providerId="ADAL" clId="{5B81AC5F-2115-4AB9-9312-80A0CC182CCF}" dt="2023-09-21T04:56:12.334" v="70" actId="47"/>
        <pc:sldMkLst>
          <pc:docMk/>
          <pc:sldMk cId="963996020" sldId="280"/>
        </pc:sldMkLst>
      </pc:sldChg>
      <pc:sldChg chg="addSp delSp modSp add mod">
        <pc:chgData name="Jacob Abraham" userId="41757602-551f-4302-a31e-a4d547966de1" providerId="ADAL" clId="{5B81AC5F-2115-4AB9-9312-80A0CC182CCF}" dt="2023-09-22T00:30:42.592" v="1793" actId="20577"/>
        <pc:sldMkLst>
          <pc:docMk/>
          <pc:sldMk cId="2667754629" sldId="280"/>
        </pc:sldMkLst>
      </pc:sldChg>
      <pc:sldChg chg="addSp delSp modSp add mod">
        <pc:chgData name="Jacob Abraham" userId="41757602-551f-4302-a31e-a4d547966de1" providerId="ADAL" clId="{5B81AC5F-2115-4AB9-9312-80A0CC182CCF}" dt="2023-09-22T00:31:09.172" v="1798" actId="207"/>
        <pc:sldMkLst>
          <pc:docMk/>
          <pc:sldMk cId="2467930719" sldId="281"/>
        </pc:sldMkLst>
      </pc:sldChg>
      <pc:sldChg chg="del">
        <pc:chgData name="Jacob Abraham" userId="41757602-551f-4302-a31e-a4d547966de1" providerId="ADAL" clId="{5B81AC5F-2115-4AB9-9312-80A0CC182CCF}" dt="2023-09-21T04:56:12.334" v="70" actId="47"/>
        <pc:sldMkLst>
          <pc:docMk/>
          <pc:sldMk cId="2547913158" sldId="281"/>
        </pc:sldMkLst>
      </pc:sldChg>
      <pc:sldChg chg="addSp delSp modSp add mod">
        <pc:chgData name="Jacob Abraham" userId="41757602-551f-4302-a31e-a4d547966de1" providerId="ADAL" clId="{5B81AC5F-2115-4AB9-9312-80A0CC182CCF}" dt="2023-09-22T03:05:05.876" v="1929" actId="13926"/>
        <pc:sldMkLst>
          <pc:docMk/>
          <pc:sldMk cId="214660728" sldId="282"/>
        </pc:sldMkLst>
      </pc:sldChg>
    </pc:docChg>
  </pc:docChgLst>
  <pc:docChgLst>
    <pc:chgData name="Jacob Abraham" userId="41757602-551f-4302-a31e-a4d547966de1" providerId="ADAL" clId="{78CE8BE8-A8DA-4F3F-BD5A-B63F113960A6}"/>
    <pc:docChg chg="undo custSel addSld delSld modSld sldOrd">
      <pc:chgData name="Jacob Abraham" userId="41757602-551f-4302-a31e-a4d547966de1" providerId="ADAL" clId="{78CE8BE8-A8DA-4F3F-BD5A-B63F113960A6}" dt="2025-10-09T01:03:07.705" v="281" actId="1076"/>
      <pc:docMkLst>
        <pc:docMk/>
      </pc:docMkLst>
      <pc:sldChg chg="delSp modSp del mod">
        <pc:chgData name="Jacob Abraham" userId="41757602-551f-4302-a31e-a4d547966de1" providerId="ADAL" clId="{78CE8BE8-A8DA-4F3F-BD5A-B63F113960A6}" dt="2025-10-07T07:20:13.169" v="158" actId="47"/>
        <pc:sldMkLst>
          <pc:docMk/>
          <pc:sldMk cId="119699311" sldId="261"/>
        </pc:sldMkLst>
      </pc:sldChg>
      <pc:sldChg chg="modSp mod">
        <pc:chgData name="Jacob Abraham" userId="41757602-551f-4302-a31e-a4d547966de1" providerId="ADAL" clId="{78CE8BE8-A8DA-4F3F-BD5A-B63F113960A6}" dt="2025-10-06T01:06:08.674" v="5" actId="20577"/>
        <pc:sldMkLst>
          <pc:docMk/>
          <pc:sldMk cId="1359157137" sldId="269"/>
        </pc:sldMkLst>
        <pc:spChg chg="mod">
          <ac:chgData name="Jacob Abraham" userId="41757602-551f-4302-a31e-a4d547966de1" providerId="ADAL" clId="{78CE8BE8-A8DA-4F3F-BD5A-B63F113960A6}" dt="2025-10-06T01:05:58.427" v="1" actId="20577"/>
          <ac:spMkLst>
            <pc:docMk/>
            <pc:sldMk cId="1359157137" sldId="269"/>
            <ac:spMk id="2" creationId="{BBEADADC-D650-4DC2-AADE-4DDC39555FB9}"/>
          </ac:spMkLst>
        </pc:spChg>
        <pc:spChg chg="mod">
          <ac:chgData name="Jacob Abraham" userId="41757602-551f-4302-a31e-a4d547966de1" providerId="ADAL" clId="{78CE8BE8-A8DA-4F3F-BD5A-B63F113960A6}" dt="2025-10-06T01:06:08.674" v="5" actId="20577"/>
          <ac:spMkLst>
            <pc:docMk/>
            <pc:sldMk cId="1359157137" sldId="269"/>
            <ac:spMk id="3" creationId="{8BC154C8-5D52-4A71-9134-31C48E1AF9CE}"/>
          </ac:spMkLst>
        </pc:spChg>
      </pc:sldChg>
      <pc:sldChg chg="addSp delSp modSp mod">
        <pc:chgData name="Jacob Abraham" userId="41757602-551f-4302-a31e-a4d547966de1" providerId="ADAL" clId="{78CE8BE8-A8DA-4F3F-BD5A-B63F113960A6}" dt="2025-10-06T01:14:23.471" v="97" actId="1076"/>
        <pc:sldMkLst>
          <pc:docMk/>
          <pc:sldMk cId="3911185960" sldId="270"/>
        </pc:sldMkLst>
        <pc:spChg chg="add mod">
          <ac:chgData name="Jacob Abraham" userId="41757602-551f-4302-a31e-a4d547966de1" providerId="ADAL" clId="{78CE8BE8-A8DA-4F3F-BD5A-B63F113960A6}" dt="2025-10-06T01:09:00.499" v="36" actId="1035"/>
          <ac:spMkLst>
            <pc:docMk/>
            <pc:sldMk cId="3911185960" sldId="270"/>
            <ac:spMk id="2" creationId="{40E5655F-3B7B-CBB8-36E9-23A7395C5809}"/>
          </ac:spMkLst>
        </pc:spChg>
        <pc:spChg chg="mod">
          <ac:chgData name="Jacob Abraham" userId="41757602-551f-4302-a31e-a4d547966de1" providerId="ADAL" clId="{78CE8BE8-A8DA-4F3F-BD5A-B63F113960A6}" dt="2025-10-06T01:09:00.499" v="36" actId="1035"/>
          <ac:spMkLst>
            <pc:docMk/>
            <pc:sldMk cId="3911185960" sldId="270"/>
            <ac:spMk id="3" creationId="{CE70F4B2-20DB-447F-ABCF-78698C2BE53A}"/>
          </ac:spMkLst>
        </pc:spChg>
        <pc:spChg chg="add mod">
          <ac:chgData name="Jacob Abraham" userId="41757602-551f-4302-a31e-a4d547966de1" providerId="ADAL" clId="{78CE8BE8-A8DA-4F3F-BD5A-B63F113960A6}" dt="2025-10-06T01:14:23.471" v="97" actId="1076"/>
          <ac:spMkLst>
            <pc:docMk/>
            <pc:sldMk cId="3911185960" sldId="270"/>
            <ac:spMk id="5" creationId="{32C50355-DB86-FC5C-944C-28ACB700A307}"/>
          </ac:spMkLst>
        </pc:spChg>
        <pc:spChg chg="add mod">
          <ac:chgData name="Jacob Abraham" userId="41757602-551f-4302-a31e-a4d547966de1" providerId="ADAL" clId="{78CE8BE8-A8DA-4F3F-BD5A-B63F113960A6}" dt="2025-10-06T01:09:37.127" v="40" actId="20577"/>
          <ac:spMkLst>
            <pc:docMk/>
            <pc:sldMk cId="3911185960" sldId="270"/>
            <ac:spMk id="8" creationId="{C78F18BB-C63F-79D5-B9D1-233F0EBFB0F8}"/>
          </ac:spMkLst>
        </pc:spChg>
      </pc:sldChg>
      <pc:sldChg chg="addSp delSp modSp mod">
        <pc:chgData name="Jacob Abraham" userId="41757602-551f-4302-a31e-a4d547966de1" providerId="ADAL" clId="{78CE8BE8-A8DA-4F3F-BD5A-B63F113960A6}" dt="2025-10-07T06:04:35.959" v="116" actId="14100"/>
        <pc:sldMkLst>
          <pc:docMk/>
          <pc:sldMk cId="2865263139" sldId="271"/>
        </pc:sldMkLst>
        <pc:spChg chg="mod">
          <ac:chgData name="Jacob Abraham" userId="41757602-551f-4302-a31e-a4d547966de1" providerId="ADAL" clId="{78CE8BE8-A8DA-4F3F-BD5A-B63F113960A6}" dt="2025-10-07T06:04:35.959" v="116" actId="14100"/>
          <ac:spMkLst>
            <pc:docMk/>
            <pc:sldMk cId="2865263139" sldId="271"/>
            <ac:spMk id="5" creationId="{1F444F37-F124-A542-C5D1-FCE440C01ED6}"/>
          </ac:spMkLst>
        </pc:spChg>
        <pc:picChg chg="add mod">
          <ac:chgData name="Jacob Abraham" userId="41757602-551f-4302-a31e-a4d547966de1" providerId="ADAL" clId="{78CE8BE8-A8DA-4F3F-BD5A-B63F113960A6}" dt="2025-10-07T06:04:16.764" v="101" actId="1076"/>
          <ac:picMkLst>
            <pc:docMk/>
            <pc:sldMk cId="2865263139" sldId="271"/>
            <ac:picMk id="1026" creationId="{93E7E3CA-6DAE-A345-A3EC-6D8251A4C8F2}"/>
          </ac:picMkLst>
        </pc:picChg>
      </pc:sldChg>
      <pc:sldChg chg="addSp delSp modSp mod">
        <pc:chgData name="Jacob Abraham" userId="41757602-551f-4302-a31e-a4d547966de1" providerId="ADAL" clId="{78CE8BE8-A8DA-4F3F-BD5A-B63F113960A6}" dt="2025-10-09T00:47:57.379" v="264" actId="692"/>
        <pc:sldMkLst>
          <pc:docMk/>
          <pc:sldMk cId="2533073776" sldId="272"/>
        </pc:sldMkLst>
        <pc:spChg chg="add del mod">
          <ac:chgData name="Jacob Abraham" userId="41757602-551f-4302-a31e-a4d547966de1" providerId="ADAL" clId="{78CE8BE8-A8DA-4F3F-BD5A-B63F113960A6}" dt="2025-10-09T00:31:08.463" v="212"/>
          <ac:spMkLst>
            <pc:docMk/>
            <pc:sldMk cId="2533073776" sldId="272"/>
            <ac:spMk id="2" creationId="{3CA18647-65D3-CC27-180D-A5E3B8275BFD}"/>
          </ac:spMkLst>
        </pc:spChg>
        <pc:spChg chg="add mod">
          <ac:chgData name="Jacob Abraham" userId="41757602-551f-4302-a31e-a4d547966de1" providerId="ADAL" clId="{78CE8BE8-A8DA-4F3F-BD5A-B63F113960A6}" dt="2025-10-09T00:46:36.278" v="252" actId="1076"/>
          <ac:spMkLst>
            <pc:docMk/>
            <pc:sldMk cId="2533073776" sldId="272"/>
            <ac:spMk id="3" creationId="{FAB7E3B5-52A2-E439-669C-81A83ECACE5B}"/>
          </ac:spMkLst>
        </pc:spChg>
        <pc:spChg chg="mod">
          <ac:chgData name="Jacob Abraham" userId="41757602-551f-4302-a31e-a4d547966de1" providerId="ADAL" clId="{78CE8BE8-A8DA-4F3F-BD5A-B63F113960A6}" dt="2025-10-07T06:11:31.564" v="147" actId="14100"/>
          <ac:spMkLst>
            <pc:docMk/>
            <pc:sldMk cId="2533073776" sldId="272"/>
            <ac:spMk id="5" creationId="{1F444F37-F124-A542-C5D1-FCE440C01ED6}"/>
          </ac:spMkLst>
        </pc:spChg>
        <pc:picChg chg="add mod">
          <ac:chgData name="Jacob Abraham" userId="41757602-551f-4302-a31e-a4d547966de1" providerId="ADAL" clId="{78CE8BE8-A8DA-4F3F-BD5A-B63F113960A6}" dt="2025-10-09T00:46:31.868" v="251" actId="1076"/>
          <ac:picMkLst>
            <pc:docMk/>
            <pc:sldMk cId="2533073776" sldId="272"/>
            <ac:picMk id="4" creationId="{63904977-CF47-85A9-C11D-E18E7820E6EE}"/>
          </ac:picMkLst>
        </pc:picChg>
        <pc:picChg chg="add mod">
          <ac:chgData name="Jacob Abraham" userId="41757602-551f-4302-a31e-a4d547966de1" providerId="ADAL" clId="{78CE8BE8-A8DA-4F3F-BD5A-B63F113960A6}" dt="2025-10-09T00:47:57.379" v="264" actId="692"/>
          <ac:picMkLst>
            <pc:docMk/>
            <pc:sldMk cId="2533073776" sldId="272"/>
            <ac:picMk id="8" creationId="{4E02CD1B-3AFF-6B07-4043-F5CCFAFFB778}"/>
          </ac:picMkLst>
        </pc:picChg>
        <pc:picChg chg="add mod">
          <ac:chgData name="Jacob Abraham" userId="41757602-551f-4302-a31e-a4d547966de1" providerId="ADAL" clId="{78CE8BE8-A8DA-4F3F-BD5A-B63F113960A6}" dt="2025-10-09T00:47:29.482" v="258" actId="1076"/>
          <ac:picMkLst>
            <pc:docMk/>
            <pc:sldMk cId="2533073776" sldId="272"/>
            <ac:picMk id="10" creationId="{9571410C-DD34-CEF3-7C77-F867CEA3B958}"/>
          </ac:picMkLst>
        </pc:picChg>
      </pc:sldChg>
      <pc:sldChg chg="modSp mod ord">
        <pc:chgData name="Jacob Abraham" userId="41757602-551f-4302-a31e-a4d547966de1" providerId="ADAL" clId="{78CE8BE8-A8DA-4F3F-BD5A-B63F113960A6}" dt="2025-10-07T07:20:39.001" v="179" actId="20577"/>
        <pc:sldMkLst>
          <pc:docMk/>
          <pc:sldMk cId="2667754629" sldId="280"/>
        </pc:sldMkLst>
        <pc:spChg chg="mod">
          <ac:chgData name="Jacob Abraham" userId="41757602-551f-4302-a31e-a4d547966de1" providerId="ADAL" clId="{78CE8BE8-A8DA-4F3F-BD5A-B63F113960A6}" dt="2025-10-07T07:20:39.001" v="179" actId="20577"/>
          <ac:spMkLst>
            <pc:docMk/>
            <pc:sldMk cId="2667754629" sldId="280"/>
            <ac:spMk id="5" creationId="{1F444F37-F124-A542-C5D1-FCE440C01ED6}"/>
          </ac:spMkLst>
        </pc:spChg>
      </pc:sldChg>
      <pc:sldChg chg="add del">
        <pc:chgData name="Jacob Abraham" userId="41757602-551f-4302-a31e-a4d547966de1" providerId="ADAL" clId="{78CE8BE8-A8DA-4F3F-BD5A-B63F113960A6}" dt="2025-10-09T00:58:06.949" v="267" actId="2696"/>
        <pc:sldMkLst>
          <pc:docMk/>
          <pc:sldMk cId="2832051937" sldId="283"/>
        </pc:sldMkLst>
      </pc:sldChg>
      <pc:sldChg chg="del">
        <pc:chgData name="Jacob Abraham" userId="41757602-551f-4302-a31e-a4d547966de1" providerId="ADAL" clId="{78CE8BE8-A8DA-4F3F-BD5A-B63F113960A6}" dt="2025-10-09T00:58:06.949" v="267" actId="2696"/>
        <pc:sldMkLst>
          <pc:docMk/>
          <pc:sldMk cId="1568731732" sldId="284"/>
        </pc:sldMkLst>
      </pc:sldChg>
      <pc:sldChg chg="modSp mod">
        <pc:chgData name="Jacob Abraham" userId="41757602-551f-4302-a31e-a4d547966de1" providerId="ADAL" clId="{78CE8BE8-A8DA-4F3F-BD5A-B63F113960A6}" dt="2025-10-09T01:01:54.973" v="271" actId="14100"/>
        <pc:sldMkLst>
          <pc:docMk/>
          <pc:sldMk cId="1510556853" sldId="285"/>
        </pc:sldMkLst>
        <pc:picChg chg="mod">
          <ac:chgData name="Jacob Abraham" userId="41757602-551f-4302-a31e-a4d547966de1" providerId="ADAL" clId="{78CE8BE8-A8DA-4F3F-BD5A-B63F113960A6}" dt="2025-10-09T01:01:54.973" v="271" actId="14100"/>
          <ac:picMkLst>
            <pc:docMk/>
            <pc:sldMk cId="1510556853" sldId="285"/>
            <ac:picMk id="2" creationId="{A313CE4F-C97A-1F32-5FC0-AF7B4637CC16}"/>
          </ac:picMkLst>
        </pc:picChg>
      </pc:sldChg>
      <pc:sldChg chg="modSp mod">
        <pc:chgData name="Jacob Abraham" userId="41757602-551f-4302-a31e-a4d547966de1" providerId="ADAL" clId="{78CE8BE8-A8DA-4F3F-BD5A-B63F113960A6}" dt="2025-10-09T01:03:07.705" v="281" actId="1076"/>
        <pc:sldMkLst>
          <pc:docMk/>
          <pc:sldMk cId="838981623" sldId="287"/>
        </pc:sldMkLst>
        <pc:spChg chg="mod">
          <ac:chgData name="Jacob Abraham" userId="41757602-551f-4302-a31e-a4d547966de1" providerId="ADAL" clId="{78CE8BE8-A8DA-4F3F-BD5A-B63F113960A6}" dt="2025-10-09T01:03:07.705" v="281" actId="1076"/>
          <ac:spMkLst>
            <pc:docMk/>
            <pc:sldMk cId="838981623" sldId="287"/>
            <ac:spMk id="4" creationId="{ED81EB34-5231-16D2-8B83-800994E8CE81}"/>
          </ac:spMkLst>
        </pc:spChg>
        <pc:picChg chg="mod">
          <ac:chgData name="Jacob Abraham" userId="41757602-551f-4302-a31e-a4d547966de1" providerId="ADAL" clId="{78CE8BE8-A8DA-4F3F-BD5A-B63F113960A6}" dt="2025-10-09T01:02:54.958" v="278" actId="1076"/>
          <ac:picMkLst>
            <pc:docMk/>
            <pc:sldMk cId="838981623" sldId="287"/>
            <ac:picMk id="6" creationId="{7A155477-6A46-1610-DF50-A82C5669AEA6}"/>
          </ac:picMkLst>
        </pc:picChg>
      </pc:sldChg>
      <pc:sldChg chg="add">
        <pc:chgData name="Jacob Abraham" userId="41757602-551f-4302-a31e-a4d547966de1" providerId="ADAL" clId="{78CE8BE8-A8DA-4F3F-BD5A-B63F113960A6}" dt="2025-10-07T07:24:10.505" v="180"/>
        <pc:sldMkLst>
          <pc:docMk/>
          <pc:sldMk cId="1271177554" sldId="288"/>
        </pc:sldMkLst>
      </pc:sldChg>
      <pc:sldChg chg="modSp mod">
        <pc:chgData name="Jacob Abraham" userId="41757602-551f-4302-a31e-a4d547966de1" providerId="ADAL" clId="{78CE8BE8-A8DA-4F3F-BD5A-B63F113960A6}" dt="2025-10-07T07:17:49.511" v="153" actId="33524"/>
        <pc:sldMkLst>
          <pc:docMk/>
          <pc:sldMk cId="1038367835" sldId="290"/>
        </pc:sldMkLst>
        <pc:spChg chg="mod">
          <ac:chgData name="Jacob Abraham" userId="41757602-551f-4302-a31e-a4d547966de1" providerId="ADAL" clId="{78CE8BE8-A8DA-4F3F-BD5A-B63F113960A6}" dt="2025-10-07T07:17:49.511" v="153" actId="33524"/>
          <ac:spMkLst>
            <pc:docMk/>
            <pc:sldMk cId="1038367835" sldId="290"/>
            <ac:spMk id="13" creationId="{8019BD46-5893-B7CF-DF62-3C172D68D074}"/>
          </ac:spMkLst>
        </pc:spChg>
      </pc:sldChg>
      <pc:sldChg chg="modSp mod">
        <pc:chgData name="Jacob Abraham" userId="41757602-551f-4302-a31e-a4d547966de1" providerId="ADAL" clId="{78CE8BE8-A8DA-4F3F-BD5A-B63F113960A6}" dt="2025-10-07T07:18:55.680" v="157" actId="1076"/>
        <pc:sldMkLst>
          <pc:docMk/>
          <pc:sldMk cId="2171112491" sldId="291"/>
        </pc:sldMkLst>
        <pc:picChg chg="mod">
          <ac:chgData name="Jacob Abraham" userId="41757602-551f-4302-a31e-a4d547966de1" providerId="ADAL" clId="{78CE8BE8-A8DA-4F3F-BD5A-B63F113960A6}" dt="2025-10-07T07:18:50.094" v="156" actId="1076"/>
          <ac:picMkLst>
            <pc:docMk/>
            <pc:sldMk cId="2171112491" sldId="291"/>
            <ac:picMk id="9" creationId="{A460E8CA-9B57-92F4-59A9-0D7CF8F445DA}"/>
          </ac:picMkLst>
        </pc:picChg>
        <pc:picChg chg="mod">
          <ac:chgData name="Jacob Abraham" userId="41757602-551f-4302-a31e-a4d547966de1" providerId="ADAL" clId="{78CE8BE8-A8DA-4F3F-BD5A-B63F113960A6}" dt="2025-10-07T07:18:22.171" v="154" actId="14100"/>
          <ac:picMkLst>
            <pc:docMk/>
            <pc:sldMk cId="2171112491" sldId="291"/>
            <ac:picMk id="11" creationId="{9E55F371-CFDA-8E37-A145-578D99275FDF}"/>
          </ac:picMkLst>
        </pc:picChg>
        <pc:picChg chg="mod">
          <ac:chgData name="Jacob Abraham" userId="41757602-551f-4302-a31e-a4d547966de1" providerId="ADAL" clId="{78CE8BE8-A8DA-4F3F-BD5A-B63F113960A6}" dt="2025-10-07T07:18:55.680" v="157" actId="1076"/>
          <ac:picMkLst>
            <pc:docMk/>
            <pc:sldMk cId="2171112491" sldId="291"/>
            <ac:picMk id="14" creationId="{F5FAEA69-0A0A-3A04-1A55-934479DFBDF8}"/>
          </ac:picMkLst>
        </pc:picChg>
      </pc:sldChg>
      <pc:sldChg chg="addSp delSp modSp mod">
        <pc:chgData name="Jacob Abraham" userId="41757602-551f-4302-a31e-a4d547966de1" providerId="ADAL" clId="{78CE8BE8-A8DA-4F3F-BD5A-B63F113960A6}" dt="2025-10-06T01:07:57.714" v="7"/>
        <pc:sldMkLst>
          <pc:docMk/>
          <pc:sldMk cId="2652788230" sldId="293"/>
        </pc:sldMkLst>
        <pc:graphicFrameChg chg="add mod">
          <ac:chgData name="Jacob Abraham" userId="41757602-551f-4302-a31e-a4d547966de1" providerId="ADAL" clId="{78CE8BE8-A8DA-4F3F-BD5A-B63F113960A6}" dt="2025-10-06T01:07:57.714" v="7"/>
          <ac:graphicFrameMkLst>
            <pc:docMk/>
            <pc:sldMk cId="2652788230" sldId="293"/>
            <ac:graphicFrameMk id="3" creationId="{C3C82A50-B146-19DF-F9A2-16325B17C33E}"/>
          </ac:graphicFrameMkLst>
        </pc:graphicFrameChg>
      </pc:sldChg>
      <pc:sldChg chg="modSp add mod">
        <pc:chgData name="Jacob Abraham" userId="41757602-551f-4302-a31e-a4d547966de1" providerId="ADAL" clId="{78CE8BE8-A8DA-4F3F-BD5A-B63F113960A6}" dt="2025-10-07T07:25:01.530" v="209" actId="1037"/>
        <pc:sldMkLst>
          <pc:docMk/>
          <pc:sldMk cId="1990446206" sldId="294"/>
        </pc:sldMkLst>
        <pc:spChg chg="mod">
          <ac:chgData name="Jacob Abraham" userId="41757602-551f-4302-a31e-a4d547966de1" providerId="ADAL" clId="{78CE8BE8-A8DA-4F3F-BD5A-B63F113960A6}" dt="2025-10-07T07:25:01.530" v="209" actId="1037"/>
          <ac:spMkLst>
            <pc:docMk/>
            <pc:sldMk cId="1990446206" sldId="294"/>
            <ac:spMk id="3" creationId="{B7B33468-1724-D757-1AD8-B31EB5DBF2BA}"/>
          </ac:spMkLst>
        </pc:spChg>
      </pc:sldChg>
    </pc:docChg>
  </pc:docChgLst>
  <pc:docChgLst>
    <pc:chgData name="Jacob Abraham" userId="41757602-551f-4302-a31e-a4d547966de1" providerId="ADAL" clId="{F4E180F7-EE51-4CA4-835E-4088EEA9ACB8}"/>
    <pc:docChg chg="undo custSel modSld">
      <pc:chgData name="Jacob Abraham" userId="41757602-551f-4302-a31e-a4d547966de1" providerId="ADAL" clId="{F4E180F7-EE51-4CA4-835E-4088EEA9ACB8}" dt="2023-09-08T04:08:48.848" v="625" actId="13926"/>
      <pc:docMkLst>
        <pc:docMk/>
      </pc:docMkLst>
      <pc:sldChg chg="addSp delSp modSp mod">
        <pc:chgData name="Jacob Abraham" userId="41757602-551f-4302-a31e-a4d547966de1" providerId="ADAL" clId="{F4E180F7-EE51-4CA4-835E-4088EEA9ACB8}" dt="2023-09-08T04:08:48.848" v="625" actId="13926"/>
        <pc:sldMkLst>
          <pc:docMk/>
          <pc:sldMk cId="119699311" sldId="261"/>
        </pc:sldMkLst>
      </pc:sldChg>
      <pc:sldChg chg="modSp mod">
        <pc:chgData name="Jacob Abraham" userId="41757602-551f-4302-a31e-a4d547966de1" providerId="ADAL" clId="{F4E180F7-EE51-4CA4-835E-4088EEA9ACB8}" dt="2023-09-08T00:43:33.154" v="462" actId="20577"/>
        <pc:sldMkLst>
          <pc:docMk/>
          <pc:sldMk cId="1359157137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A Version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23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A Version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18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B Version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35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B Version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64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B Version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68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176963"/>
            <a:ext cx="2743200" cy="365125"/>
          </a:xfrm>
        </p:spPr>
        <p:txBody>
          <a:bodyPr/>
          <a:lstStyle/>
          <a:p>
            <a:fld id="{ACCE1ACB-1639-4EB2-96A4-C7F3AE34113C}" type="datetimeFigureOut">
              <a:rPr lang="en-GB" smtClean="0"/>
              <a:t>10/10/2025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176963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446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EE033-39D8-4CB4-AEBA-A08E71D71801}"/>
              </a:ext>
            </a:extLst>
          </p:cNvPr>
          <p:cNvSpPr/>
          <p:nvPr userDrawn="1"/>
        </p:nvSpPr>
        <p:spPr>
          <a:xfrm>
            <a:off x="10165492" y="148281"/>
            <a:ext cx="1861751" cy="906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81B5F0AB-A265-4E7B-9ECF-70AF9B365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70" b="84046"/>
          <a:stretch/>
        </p:blipFill>
        <p:spPr>
          <a:xfrm>
            <a:off x="10091350" y="2255"/>
            <a:ext cx="2100649" cy="109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2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06286"/>
            <a:ext cx="5181600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06286"/>
            <a:ext cx="5181600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185062"/>
            <a:ext cx="2743200" cy="365125"/>
          </a:xfrm>
        </p:spPr>
        <p:txBody>
          <a:bodyPr/>
          <a:lstStyle/>
          <a:p>
            <a:fld id="{ACCE1ACB-1639-4EB2-96A4-C7F3AE34113C}" type="datetimeFigureOut">
              <a:rPr lang="en-GB" smtClean="0"/>
              <a:t>10/10/2025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185062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185062"/>
            <a:ext cx="2743200" cy="365125"/>
          </a:xfrm>
        </p:spPr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21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06286"/>
            <a:ext cx="3193857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79770" y="1314385"/>
            <a:ext cx="3389994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185062"/>
            <a:ext cx="2743200" cy="365125"/>
          </a:xfrm>
        </p:spPr>
        <p:txBody>
          <a:bodyPr/>
          <a:lstStyle/>
          <a:p>
            <a:fld id="{ACCE1ACB-1639-4EB2-96A4-C7F3AE34113C}" type="datetimeFigureOut">
              <a:rPr lang="en-GB" smtClean="0"/>
              <a:t>10/10/2025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185062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185062"/>
            <a:ext cx="2743200" cy="365125"/>
          </a:xfrm>
        </p:spPr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7917477" y="1314385"/>
            <a:ext cx="3487971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35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5679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07112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31024"/>
            <a:ext cx="5157787" cy="40586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612" y="1307112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31024"/>
            <a:ext cx="5183188" cy="40586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1ACB-1639-4EB2-96A4-C7F3AE34113C}" type="datetimeFigureOut">
              <a:rPr lang="en-GB" smtClean="0"/>
              <a:t>10/10/2025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57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1ACB-1639-4EB2-96A4-C7F3AE34113C}" type="datetimeFigureOut">
              <a:rPr lang="en-GB" smtClean="0"/>
              <a:t>10/10/2025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916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1ACB-1639-4EB2-96A4-C7F3AE34113C}" type="datetimeFigureOut">
              <a:rPr lang="en-GB" smtClean="0"/>
              <a:t>10/10/2025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35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"/>
            <a:ext cx="12192000" cy="68519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17241"/>
            <a:ext cx="10515600" cy="615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47255"/>
            <a:ext cx="10515600" cy="4929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E1ACB-1639-4EB2-96A4-C7F3AE34113C}" type="datetimeFigureOut">
              <a:rPr lang="en-GB" smtClean="0"/>
              <a:t>10/10/2025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CCFC6-E01F-449E-8786-0EC97C6F0CBB}"/>
              </a:ext>
            </a:extLst>
          </p:cNvPr>
          <p:cNvSpPr/>
          <p:nvPr userDrawn="1"/>
        </p:nvSpPr>
        <p:spPr>
          <a:xfrm>
            <a:off x="10165492" y="148281"/>
            <a:ext cx="1771135" cy="947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38EFAD9F-C271-4F7E-8DEF-E51F99B7D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70" b="84046"/>
          <a:stretch/>
        </p:blipFill>
        <p:spPr>
          <a:xfrm>
            <a:off x="10091350" y="2255"/>
            <a:ext cx="2100649" cy="109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0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  <p:sldLayoutId id="2147483671" r:id="rId4"/>
    <p:sldLayoutId id="2147483672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C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DADC-D650-4DC2-AADE-4DDC39555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656497" cy="1567667"/>
          </a:xfrm>
        </p:spPr>
        <p:txBody>
          <a:bodyPr>
            <a:normAutofit fontScale="90000"/>
          </a:bodyPr>
          <a:lstStyle/>
          <a:p>
            <a:r>
              <a:rPr lang="en-GB" dirty="0"/>
              <a:t>INF1002</a:t>
            </a:r>
            <a:br>
              <a:rPr lang="en-GB" dirty="0"/>
            </a:br>
            <a:r>
              <a:rPr lang="en-GB" dirty="0"/>
              <a:t>Programming Fundamentals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(AY2025-T1)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154C8-5D52-4A71-9134-31C48E1AF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Python – Lab5</a:t>
            </a:r>
          </a:p>
          <a:p>
            <a:r>
              <a:rPr lang="en-GB" dirty="0"/>
              <a:t>10-Oct-2025</a:t>
            </a:r>
          </a:p>
        </p:txBody>
      </p:sp>
    </p:spTree>
    <p:extLst>
      <p:ext uri="{BB962C8B-B14F-4D97-AF65-F5344CB8AC3E}">
        <p14:creationId xmlns:p14="http://schemas.microsoft.com/office/powerpoint/2010/main" val="1359157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0F4B2-20DB-447F-ABCF-78698C2BE53A}"/>
              </a:ext>
            </a:extLst>
          </p:cNvPr>
          <p:cNvSpPr txBox="1"/>
          <p:nvPr/>
        </p:nvSpPr>
        <p:spPr>
          <a:xfrm>
            <a:off x="838200" y="1730269"/>
            <a:ext cx="534558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Warmup: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Lambda Expression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Map, filter, reduce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E5655F-3B7B-CBB8-36E9-23A7395C5809}"/>
              </a:ext>
            </a:extLst>
          </p:cNvPr>
          <p:cNvSpPr txBox="1"/>
          <p:nvPr/>
        </p:nvSpPr>
        <p:spPr>
          <a:xfrm>
            <a:off x="838200" y="4120332"/>
            <a:ext cx="534558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Lab5 Tasks: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DengXian" panose="02010600030101010101" pitchFamily="2" charset="-122"/>
                <a:cs typeface="Times New Roman" panose="02020603050405020304" pitchFamily="18" charset="0"/>
              </a:rPr>
              <a:t>5.1 Developing Do Twice Game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DengXian" panose="02010600030101010101" pitchFamily="2" charset="-122"/>
                <a:cs typeface="Times New Roman" panose="02020603050405020304" pitchFamily="18" charset="0"/>
              </a:rPr>
              <a:t>5.2 Developing Sales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C50355-DB86-FC5C-944C-28ACB700A307}"/>
              </a:ext>
            </a:extLst>
          </p:cNvPr>
          <p:cNvSpPr/>
          <p:nvPr/>
        </p:nvSpPr>
        <p:spPr>
          <a:xfrm>
            <a:off x="7150238" y="1850021"/>
            <a:ext cx="4359847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Not required to submit. Practice.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8F18BB-C63F-79D5-B9D1-233F0EBFB0F8}"/>
              </a:ext>
            </a:extLst>
          </p:cNvPr>
          <p:cNvSpPr/>
          <p:nvPr/>
        </p:nvSpPr>
        <p:spPr>
          <a:xfrm>
            <a:off x="7150238" y="4343827"/>
            <a:ext cx="4172104" cy="8309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C00000"/>
                </a:solidFill>
              </a:rPr>
              <a:t>Gradescope S</a:t>
            </a:r>
            <a:r>
              <a:rPr lang="en-US" sz="2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ubmission due</a:t>
            </a:r>
          </a:p>
          <a:p>
            <a:r>
              <a:rPr lang="en-SG" sz="2400" b="0" i="0" dirty="0">
                <a:solidFill>
                  <a:srgbClr val="212529"/>
                </a:solidFill>
                <a:effectLst/>
                <a:latin typeface="-apple-system"/>
              </a:rPr>
              <a:t>Thursday, </a:t>
            </a:r>
            <a:r>
              <a:rPr lang="en-SG" sz="2400" dirty="0">
                <a:solidFill>
                  <a:srgbClr val="212529"/>
                </a:solidFill>
                <a:latin typeface="-apple-system"/>
              </a:rPr>
              <a:t>16</a:t>
            </a:r>
            <a:r>
              <a:rPr lang="en-SG" sz="2400" b="0" i="0" dirty="0">
                <a:solidFill>
                  <a:srgbClr val="212529"/>
                </a:solidFill>
                <a:effectLst/>
                <a:latin typeface="-apple-system"/>
              </a:rPr>
              <a:t>-Oct-2025 23:59:00</a:t>
            </a:r>
            <a:endParaRPr lang="en-US" sz="2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1118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44F37-F124-A542-C5D1-FCE440C01ED6}"/>
              </a:ext>
            </a:extLst>
          </p:cNvPr>
          <p:cNvSpPr txBox="1"/>
          <p:nvPr/>
        </p:nvSpPr>
        <p:spPr>
          <a:xfrm>
            <a:off x="838200" y="1040221"/>
            <a:ext cx="8372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Feedback for Lab4 Tasks - Sum Calculator: Recursive? Iterative?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1E02B3-AE5E-38EB-16AB-8657F0086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80" y="1714680"/>
            <a:ext cx="5109886" cy="2118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C453EB-8131-3AD8-49B3-670FCD381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91" y="3840598"/>
            <a:ext cx="6368581" cy="4909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19A0C4-5380-CB6D-4E51-D14D23B3C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9512" y="1147938"/>
            <a:ext cx="1760016" cy="21189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F023DB-FE97-D8C8-6517-24A7BD2E8549}"/>
              </a:ext>
            </a:extLst>
          </p:cNvPr>
          <p:cNvSpPr txBox="1"/>
          <p:nvPr/>
        </p:nvSpPr>
        <p:spPr>
          <a:xfrm>
            <a:off x="9507754" y="3607782"/>
            <a:ext cx="807868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Syntax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308E8-A759-A8BE-8FA8-1F36ED752A8B}"/>
              </a:ext>
            </a:extLst>
          </p:cNvPr>
          <p:cNvSpPr txBox="1"/>
          <p:nvPr/>
        </p:nvSpPr>
        <p:spPr>
          <a:xfrm>
            <a:off x="9221471" y="4171679"/>
            <a:ext cx="117405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Semantics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164D9F-08B9-EB61-C9D2-0F27A2FB8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4152" y="4634150"/>
            <a:ext cx="466725" cy="5143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57495F-72EB-9474-B859-A164FD41F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4627" y="4102791"/>
            <a:ext cx="476250" cy="495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76E152-9F39-7CCC-35CA-FE59BAF07A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4627" y="3571432"/>
            <a:ext cx="476250" cy="4953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509CE4-D978-84FD-3E31-14B846243251}"/>
              </a:ext>
            </a:extLst>
          </p:cNvPr>
          <p:cNvSpPr txBox="1"/>
          <p:nvPr/>
        </p:nvSpPr>
        <p:spPr>
          <a:xfrm>
            <a:off x="6420375" y="4735576"/>
            <a:ext cx="395739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Recursive? Iterative? Learning outcome?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8532D8-CE33-575E-1EB7-B4D9D85D39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95" y="4632190"/>
            <a:ext cx="5326231" cy="11432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16DD8F-8D2C-E31A-E3F4-E6278BC437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395" y="5787527"/>
            <a:ext cx="5754069" cy="7532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94338A-D2D3-3E17-E94A-A1CF18E705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3498" y="5184559"/>
            <a:ext cx="575694" cy="6257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8B8B992-9088-EBCC-03F3-1ED788E402D1}"/>
              </a:ext>
            </a:extLst>
          </p:cNvPr>
          <p:cNvSpPr txBox="1"/>
          <p:nvPr/>
        </p:nvSpPr>
        <p:spPr>
          <a:xfrm>
            <a:off x="9294691" y="5340730"/>
            <a:ext cx="110083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Ingenuity</a:t>
            </a:r>
          </a:p>
        </p:txBody>
      </p:sp>
    </p:spTree>
    <p:extLst>
      <p:ext uri="{BB962C8B-B14F-4D97-AF65-F5344CB8AC3E}">
        <p14:creationId xmlns:p14="http://schemas.microsoft.com/office/powerpoint/2010/main" val="266775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44F37-F124-A542-C5D1-FCE440C01ED6}"/>
              </a:ext>
            </a:extLst>
          </p:cNvPr>
          <p:cNvSpPr txBox="1"/>
          <p:nvPr/>
        </p:nvSpPr>
        <p:spPr>
          <a:xfrm>
            <a:off x="838200" y="1040221"/>
            <a:ext cx="7443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Feedback for Lab4 Tasks – Count Digits: endless loop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5F6A98-A84B-206A-DACA-59EAC853B242}"/>
              </a:ext>
            </a:extLst>
          </p:cNvPr>
          <p:cNvCxnSpPr/>
          <p:nvPr/>
        </p:nvCxnSpPr>
        <p:spPr>
          <a:xfrm>
            <a:off x="11956026" y="816077"/>
            <a:ext cx="0" cy="58108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x_Picture 1">
            <a:extLst>
              <a:ext uri="{FF2B5EF4-FFF2-40B4-BE49-F238E27FC236}">
                <a16:creationId xmlns:a16="http://schemas.microsoft.com/office/drawing/2014/main" id="{93E7E3CA-6DAE-A345-A3EC-6D8251A4C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3" y="2021368"/>
            <a:ext cx="5048822" cy="2083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526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44F37-F124-A542-C5D1-FCE440C01ED6}"/>
              </a:ext>
            </a:extLst>
          </p:cNvPr>
          <p:cNvSpPr txBox="1"/>
          <p:nvPr/>
        </p:nvSpPr>
        <p:spPr>
          <a:xfrm>
            <a:off x="838200" y="1040221"/>
            <a:ext cx="6560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Feedback for Lab4 Tasks – “elfish”: Semantic error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904977-CF47-85A9-C11D-E18E7820E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81" y="1501886"/>
            <a:ext cx="6072792" cy="478724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B7E3B5-52A2-E439-669C-81A83ECACE5B}"/>
              </a:ext>
            </a:extLst>
          </p:cNvPr>
          <p:cNvSpPr txBox="1"/>
          <p:nvPr/>
        </p:nvSpPr>
        <p:spPr>
          <a:xfrm>
            <a:off x="3439391" y="4033204"/>
            <a:ext cx="166254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Always False?</a:t>
            </a:r>
            <a:endParaRPr lang="en-SG" sz="2000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02CD1B-3AFF-6B07-4043-F5CCFAFFB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801" y="2062383"/>
            <a:ext cx="5774618" cy="1309919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71410C-DD34-CEF3-7C77-F867CEA3B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44" y="3789904"/>
            <a:ext cx="4426686" cy="175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073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44F37-F124-A542-C5D1-FCE440C01ED6}"/>
              </a:ext>
            </a:extLst>
          </p:cNvPr>
          <p:cNvSpPr txBox="1"/>
          <p:nvPr/>
        </p:nvSpPr>
        <p:spPr>
          <a:xfrm>
            <a:off x="838200" y="1040221"/>
            <a:ext cx="8414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Feedback for Lab4 Tasks: Recursive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C0845-3325-B3BE-7D40-8FA2A9351A7C}"/>
              </a:ext>
            </a:extLst>
          </p:cNvPr>
          <p:cNvSpPr txBox="1"/>
          <p:nvPr/>
        </p:nvSpPr>
        <p:spPr>
          <a:xfrm>
            <a:off x="1168452" y="1429549"/>
            <a:ext cx="10319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Recursive functions can be a </a:t>
            </a:r>
            <a:r>
              <a:rPr lang="en-US" dirty="0">
                <a:solidFill>
                  <a:srgbClr val="C00000"/>
                </a:solidFill>
              </a:rPr>
              <a:t>powerful tool </a:t>
            </a:r>
            <a:r>
              <a:rPr lang="en-US" dirty="0"/>
              <a:t>in programming, but they should be used </a:t>
            </a:r>
            <a:r>
              <a:rPr lang="en-US" dirty="0">
                <a:solidFill>
                  <a:srgbClr val="C00000"/>
                </a:solidFill>
              </a:rPr>
              <a:t>judiciously</a:t>
            </a:r>
            <a:r>
              <a:rPr lang="en-US" dirty="0"/>
              <a:t>. 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36BA5-2331-D45E-B279-5E9D0235DEEF}"/>
              </a:ext>
            </a:extLst>
          </p:cNvPr>
          <p:cNvSpPr txBox="1"/>
          <p:nvPr/>
        </p:nvSpPr>
        <p:spPr>
          <a:xfrm>
            <a:off x="838199" y="1817088"/>
            <a:ext cx="5400000" cy="397031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Advantages</a:t>
            </a:r>
            <a:r>
              <a:rPr lang="en-US" sz="1400" dirty="0"/>
              <a:t>:</a:t>
            </a:r>
          </a:p>
          <a:p>
            <a:r>
              <a:rPr lang="en-US" sz="1400" dirty="0">
                <a:solidFill>
                  <a:srgbClr val="C00000"/>
                </a:solidFill>
              </a:rPr>
              <a:t>Solving Recursive Problems</a:t>
            </a:r>
            <a:r>
              <a:rPr lang="en-US" sz="1400" dirty="0"/>
              <a:t>: </a:t>
            </a:r>
          </a:p>
          <a:p>
            <a:r>
              <a:rPr lang="en-US" sz="1400" dirty="0"/>
              <a:t>Problems that are </a:t>
            </a:r>
            <a:r>
              <a:rPr lang="en-US" sz="1400" dirty="0">
                <a:solidFill>
                  <a:srgbClr val="C00000"/>
                </a:solidFill>
              </a:rPr>
              <a:t>naturally recursive </a:t>
            </a:r>
            <a:r>
              <a:rPr lang="en-US" sz="1400" dirty="0"/>
              <a:t>in nature. </a:t>
            </a:r>
          </a:p>
          <a:p>
            <a:r>
              <a:rPr lang="en-US" sz="1400" dirty="0"/>
              <a:t>Examples: </a:t>
            </a:r>
            <a:r>
              <a:rPr lang="en-US" sz="1400" dirty="0">
                <a:solidFill>
                  <a:srgbClr val="C00000"/>
                </a:solidFill>
              </a:rPr>
              <a:t>Tree traversal</a:t>
            </a:r>
            <a:r>
              <a:rPr lang="en-US" sz="1400" dirty="0"/>
              <a:t>, </a:t>
            </a:r>
            <a:r>
              <a:rPr lang="en-US" sz="1400" dirty="0">
                <a:solidFill>
                  <a:srgbClr val="C00000"/>
                </a:solidFill>
              </a:rPr>
              <a:t>factorial</a:t>
            </a:r>
            <a:r>
              <a:rPr lang="en-US" sz="1400" dirty="0"/>
              <a:t> calculation, and </a:t>
            </a:r>
            <a:r>
              <a:rPr lang="en-US" sz="1400" dirty="0">
                <a:solidFill>
                  <a:srgbClr val="C00000"/>
                </a:solidFill>
              </a:rPr>
              <a:t>Fibonacci</a:t>
            </a:r>
            <a:r>
              <a:rPr lang="en-US" sz="1400" dirty="0"/>
              <a:t> sequence generation.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C00000"/>
                </a:solidFill>
              </a:rPr>
              <a:t>Divide and Conquer Algorithms</a:t>
            </a:r>
            <a:r>
              <a:rPr lang="en-US" sz="1400" dirty="0"/>
              <a:t>:</a:t>
            </a:r>
          </a:p>
          <a:p>
            <a:r>
              <a:rPr lang="en-US" sz="1400" dirty="0"/>
              <a:t>Examples: Binary </a:t>
            </a:r>
            <a:r>
              <a:rPr lang="en-US" sz="1400" dirty="0">
                <a:solidFill>
                  <a:srgbClr val="C00000"/>
                </a:solidFill>
              </a:rPr>
              <a:t>search</a:t>
            </a:r>
            <a:r>
              <a:rPr lang="en-US" sz="1400" dirty="0"/>
              <a:t>, quick </a:t>
            </a:r>
            <a:r>
              <a:rPr lang="en-US" sz="1400" dirty="0">
                <a:solidFill>
                  <a:srgbClr val="C00000"/>
                </a:solidFill>
              </a:rPr>
              <a:t>sort</a:t>
            </a:r>
            <a:r>
              <a:rPr lang="en-US" sz="1400" dirty="0"/>
              <a:t>, merge </a:t>
            </a:r>
            <a:r>
              <a:rPr lang="en-US" sz="1400" dirty="0">
                <a:solidFill>
                  <a:srgbClr val="C00000"/>
                </a:solidFill>
              </a:rPr>
              <a:t>sort</a:t>
            </a:r>
            <a:r>
              <a:rPr lang="en-US" sz="1400" dirty="0"/>
              <a:t>, Strassen's </a:t>
            </a:r>
            <a:r>
              <a:rPr lang="en-US" sz="1400" dirty="0">
                <a:solidFill>
                  <a:srgbClr val="C00000"/>
                </a:solidFill>
              </a:rPr>
              <a:t>Matrix Multiplication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C00000"/>
                </a:solidFill>
              </a:rPr>
              <a:t>Readable Code</a:t>
            </a:r>
            <a:r>
              <a:rPr lang="en-US" sz="1400" dirty="0"/>
              <a:t>: </a:t>
            </a:r>
          </a:p>
          <a:p>
            <a:r>
              <a:rPr lang="en-US" sz="1400" dirty="0"/>
              <a:t>Problems involving </a:t>
            </a:r>
            <a:r>
              <a:rPr lang="en-US" sz="1400" dirty="0">
                <a:solidFill>
                  <a:srgbClr val="C00000"/>
                </a:solidFill>
              </a:rPr>
              <a:t>nested</a:t>
            </a:r>
            <a:r>
              <a:rPr lang="en-US" sz="1400" dirty="0"/>
              <a:t> or </a:t>
            </a:r>
            <a:r>
              <a:rPr lang="en-US" sz="1400" dirty="0">
                <a:solidFill>
                  <a:srgbClr val="C00000"/>
                </a:solidFill>
              </a:rPr>
              <a:t>hierarchical</a:t>
            </a:r>
            <a:r>
              <a:rPr lang="en-US" sz="1400" dirty="0"/>
              <a:t> structures.</a:t>
            </a:r>
          </a:p>
          <a:p>
            <a:r>
              <a:rPr lang="en-US" sz="1400" dirty="0"/>
              <a:t>Examples: Flattening a Nested List, Binary Tree Traversal, XML/JSON </a:t>
            </a:r>
            <a:r>
              <a:rPr lang="en-US" sz="1400" dirty="0">
                <a:solidFill>
                  <a:srgbClr val="C00000"/>
                </a:solidFill>
              </a:rPr>
              <a:t>Parsing</a:t>
            </a:r>
            <a:r>
              <a:rPr lang="en-US" sz="1400" dirty="0"/>
              <a:t>, HTML Tree </a:t>
            </a:r>
            <a:r>
              <a:rPr lang="en-US" sz="1400" dirty="0">
                <a:solidFill>
                  <a:srgbClr val="C00000"/>
                </a:solidFill>
              </a:rPr>
              <a:t>Traversal</a:t>
            </a:r>
            <a:r>
              <a:rPr lang="en-US" sz="1400" dirty="0"/>
              <a:t>, Hierarchical database </a:t>
            </a:r>
            <a:r>
              <a:rPr lang="en-US" sz="1400" dirty="0">
                <a:solidFill>
                  <a:srgbClr val="C00000"/>
                </a:solidFill>
              </a:rPr>
              <a:t>Queries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C00000"/>
                </a:solidFill>
              </a:rPr>
              <a:t>Simplifying Complex Logic</a:t>
            </a:r>
            <a:r>
              <a:rPr lang="en-US" sz="1400" dirty="0"/>
              <a:t>: </a:t>
            </a:r>
          </a:p>
          <a:p>
            <a:r>
              <a:rPr lang="en-US" sz="1400" dirty="0"/>
              <a:t>To make the code more </a:t>
            </a:r>
            <a:r>
              <a:rPr lang="en-US" sz="1400" dirty="0">
                <a:solidFill>
                  <a:srgbClr val="C00000"/>
                </a:solidFill>
              </a:rPr>
              <a:t>concise</a:t>
            </a:r>
            <a:r>
              <a:rPr lang="en-US" sz="1400" dirty="0"/>
              <a:t> and </a:t>
            </a:r>
            <a:r>
              <a:rPr lang="en-US" sz="1400" dirty="0">
                <a:solidFill>
                  <a:srgbClr val="C00000"/>
                </a:solidFill>
              </a:rPr>
              <a:t>easier</a:t>
            </a:r>
            <a:r>
              <a:rPr lang="en-US" sz="1400" dirty="0"/>
              <a:t> to </a:t>
            </a:r>
            <a:r>
              <a:rPr lang="en-US" sz="1400" dirty="0">
                <a:solidFill>
                  <a:srgbClr val="C00000"/>
                </a:solidFill>
              </a:rPr>
              <a:t>maintain</a:t>
            </a:r>
            <a:r>
              <a:rPr lang="en-US" sz="1400" dirty="0"/>
              <a:t>, particularly for problems involving </a:t>
            </a:r>
            <a:r>
              <a:rPr lang="en-US" sz="1400" dirty="0">
                <a:solidFill>
                  <a:srgbClr val="C00000"/>
                </a:solidFill>
              </a:rPr>
              <a:t>nested</a:t>
            </a:r>
            <a:r>
              <a:rPr lang="en-US" sz="1400" dirty="0"/>
              <a:t> structures.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19BD46-5893-B7CF-DF62-3C172D68D074}"/>
              </a:ext>
            </a:extLst>
          </p:cNvPr>
          <p:cNvSpPr txBox="1"/>
          <p:nvPr/>
        </p:nvSpPr>
        <p:spPr>
          <a:xfrm>
            <a:off x="6473504" y="1849219"/>
            <a:ext cx="5400000" cy="3323987"/>
          </a:xfrm>
          <a:prstGeom prst="rect">
            <a:avLst/>
          </a:prstGeom>
          <a:solidFill>
            <a:schemeClr val="accent2">
              <a:lumMod val="20000"/>
              <a:lumOff val="80000"/>
              <a:alpha val="1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Disadvantages</a:t>
            </a:r>
            <a:r>
              <a:rPr lang="en-US" sz="1400" dirty="0"/>
              <a:t>:</a:t>
            </a:r>
          </a:p>
          <a:p>
            <a:r>
              <a:rPr lang="en-US" sz="1400" dirty="0">
                <a:solidFill>
                  <a:srgbClr val="C00000"/>
                </a:solidFill>
              </a:rPr>
              <a:t>Large Input Sizes</a:t>
            </a:r>
            <a:r>
              <a:rPr lang="en-US" sz="1400" dirty="0"/>
              <a:t>: </a:t>
            </a:r>
          </a:p>
          <a:p>
            <a:r>
              <a:rPr lang="en-US" sz="1400" dirty="0"/>
              <a:t>Large input size can lead to </a:t>
            </a:r>
            <a:r>
              <a:rPr lang="en-US" sz="1400" dirty="0">
                <a:solidFill>
                  <a:srgbClr val="C00000"/>
                </a:solidFill>
              </a:rPr>
              <a:t>many function calls;</a:t>
            </a:r>
            <a:r>
              <a:rPr lang="en-US" sz="1400" dirty="0"/>
              <a:t> each requiring memory on the </a:t>
            </a:r>
            <a:r>
              <a:rPr lang="en-US" sz="1400" dirty="0">
                <a:solidFill>
                  <a:srgbClr val="C00000"/>
                </a:solidFill>
              </a:rPr>
              <a:t>call stack</a:t>
            </a:r>
            <a:r>
              <a:rPr lang="en-US" sz="1400" dirty="0"/>
              <a:t> and may cause </a:t>
            </a:r>
            <a:r>
              <a:rPr lang="en-US" sz="1400" dirty="0">
                <a:solidFill>
                  <a:srgbClr val="C00000"/>
                </a:solidFill>
              </a:rPr>
              <a:t>stack overflow </a:t>
            </a:r>
            <a:r>
              <a:rPr lang="en-US" sz="1400" dirty="0"/>
              <a:t>error.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C00000"/>
                </a:solidFill>
              </a:rPr>
              <a:t>Performance Considerations</a:t>
            </a:r>
            <a:r>
              <a:rPr lang="en-US" sz="1400" dirty="0"/>
              <a:t>: </a:t>
            </a:r>
          </a:p>
          <a:p>
            <a:r>
              <a:rPr lang="en-US" sz="1400" dirty="0"/>
              <a:t>Recursion may be </a:t>
            </a:r>
            <a:r>
              <a:rPr lang="en-US" sz="1400" dirty="0">
                <a:solidFill>
                  <a:srgbClr val="C00000"/>
                </a:solidFill>
              </a:rPr>
              <a:t>less efficient </a:t>
            </a:r>
            <a:r>
              <a:rPr lang="en-US" sz="1400" dirty="0"/>
              <a:t>in terms of execution </a:t>
            </a:r>
            <a:r>
              <a:rPr lang="en-US" sz="1400" dirty="0">
                <a:solidFill>
                  <a:srgbClr val="C00000"/>
                </a:solidFill>
              </a:rPr>
              <a:t>time</a:t>
            </a:r>
            <a:r>
              <a:rPr lang="en-US" sz="1400" dirty="0"/>
              <a:t> and </a:t>
            </a:r>
            <a:r>
              <a:rPr lang="en-US" sz="1400" dirty="0">
                <a:solidFill>
                  <a:srgbClr val="C00000"/>
                </a:solidFill>
              </a:rPr>
              <a:t>memory</a:t>
            </a:r>
            <a:r>
              <a:rPr lang="en-US" sz="1400" dirty="0"/>
              <a:t> usage. Recursion often involves function call </a:t>
            </a:r>
            <a:r>
              <a:rPr lang="en-US" sz="1400" dirty="0">
                <a:solidFill>
                  <a:srgbClr val="C00000"/>
                </a:solidFill>
              </a:rPr>
              <a:t>overhead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C00000"/>
                </a:solidFill>
              </a:rPr>
              <a:t>Readability and Maintainability</a:t>
            </a:r>
            <a:r>
              <a:rPr lang="en-US" sz="1400" dirty="0"/>
              <a:t>: </a:t>
            </a:r>
          </a:p>
          <a:p>
            <a:r>
              <a:rPr lang="en-US" sz="1400" dirty="0"/>
              <a:t>Recursions can be </a:t>
            </a:r>
            <a:r>
              <a:rPr lang="en-US" sz="1400" dirty="0">
                <a:solidFill>
                  <a:srgbClr val="C00000"/>
                </a:solidFill>
              </a:rPr>
              <a:t>harder to understand </a:t>
            </a:r>
            <a:r>
              <a:rPr lang="en-US" sz="1400" dirty="0"/>
              <a:t>for some programmers. 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C00000"/>
                </a:solidFill>
              </a:rPr>
              <a:t>Tail Recursion Optimization</a:t>
            </a:r>
            <a:r>
              <a:rPr lang="en-US" sz="1400" dirty="0"/>
              <a:t>: </a:t>
            </a:r>
          </a:p>
          <a:p>
            <a:r>
              <a:rPr lang="en-US" sz="1400" dirty="0"/>
              <a:t>Some programming languages do </a:t>
            </a:r>
            <a:r>
              <a:rPr lang="en-US" sz="1400" dirty="0">
                <a:solidFill>
                  <a:srgbClr val="C00000"/>
                </a:solidFill>
              </a:rPr>
              <a:t>not optimize </a:t>
            </a:r>
            <a:r>
              <a:rPr lang="en-US" sz="1400" dirty="0"/>
              <a:t>tail-recursive functions, leading to </a:t>
            </a:r>
            <a:r>
              <a:rPr lang="en-US" sz="1400" dirty="0">
                <a:solidFill>
                  <a:srgbClr val="C00000"/>
                </a:solidFill>
              </a:rPr>
              <a:t>stack overflow </a:t>
            </a:r>
            <a:r>
              <a:rPr lang="en-US" sz="1400" dirty="0"/>
              <a:t>errors for large inputs.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C2AEE-7AE0-CF47-D0CC-53189ECEC601}"/>
              </a:ext>
            </a:extLst>
          </p:cNvPr>
          <p:cNvSpPr txBox="1"/>
          <p:nvPr/>
        </p:nvSpPr>
        <p:spPr>
          <a:xfrm>
            <a:off x="789614" y="5744817"/>
            <a:ext cx="110838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C00000"/>
                </a:solidFill>
              </a:rPr>
              <a:t>Use</a:t>
            </a:r>
            <a:r>
              <a:rPr lang="en-US" sz="1600" dirty="0"/>
              <a:t> recursive functions when they provide a </a:t>
            </a:r>
            <a:r>
              <a:rPr lang="en-US" sz="1600" dirty="0">
                <a:solidFill>
                  <a:srgbClr val="C00000"/>
                </a:solidFill>
              </a:rPr>
              <a:t>clear and elegant solution </a:t>
            </a:r>
            <a:r>
              <a:rPr lang="en-US" sz="1600" dirty="0"/>
              <a:t>to a problem, especially for cases involving </a:t>
            </a:r>
            <a:r>
              <a:rPr lang="en-US" sz="1600" dirty="0">
                <a:solidFill>
                  <a:srgbClr val="C00000"/>
                </a:solidFill>
              </a:rPr>
              <a:t>recursive patterns </a:t>
            </a:r>
            <a:r>
              <a:rPr lang="en-US" sz="1600" dirty="0"/>
              <a:t>and </a:t>
            </a:r>
            <a:r>
              <a:rPr lang="en-US" sz="1600" dirty="0">
                <a:solidFill>
                  <a:srgbClr val="C00000"/>
                </a:solidFill>
              </a:rPr>
              <a:t>divide-and-conquer</a:t>
            </a:r>
            <a:r>
              <a:rPr lang="en-US" sz="1600" dirty="0"/>
              <a:t> strategies. 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Avoid if </a:t>
            </a:r>
            <a:r>
              <a:rPr lang="en-US" sz="1600" dirty="0">
                <a:solidFill>
                  <a:srgbClr val="C00000"/>
                </a:solidFill>
              </a:rPr>
              <a:t>input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size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C00000"/>
                </a:solidFill>
              </a:rPr>
              <a:t>performance</a:t>
            </a:r>
            <a:r>
              <a:rPr lang="en-US" sz="1600" dirty="0"/>
              <a:t>, and </a:t>
            </a:r>
            <a:r>
              <a:rPr lang="en-US" sz="1600" dirty="0">
                <a:solidFill>
                  <a:srgbClr val="C00000"/>
                </a:solidFill>
              </a:rPr>
              <a:t>code readability </a:t>
            </a:r>
            <a:r>
              <a:rPr lang="en-US" sz="1600" dirty="0"/>
              <a:t>are to be </a:t>
            </a:r>
            <a:r>
              <a:rPr lang="en-US" sz="1600" dirty="0">
                <a:solidFill>
                  <a:srgbClr val="C00000"/>
                </a:solidFill>
              </a:rPr>
              <a:t>factored.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03836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44F37-F124-A542-C5D1-FCE440C01ED6}"/>
              </a:ext>
            </a:extLst>
          </p:cNvPr>
          <p:cNvSpPr txBox="1"/>
          <p:nvPr/>
        </p:nvSpPr>
        <p:spPr>
          <a:xfrm>
            <a:off x="838200" y="1040221"/>
            <a:ext cx="8414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Feedback for Lab4 Tasks: Recursive functions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60E8CA-9B57-92F4-59A9-0D7CF8F4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87" y="1604260"/>
            <a:ext cx="4782607" cy="26423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55F371-CFDA-8E37-A145-578D99275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08596"/>
            <a:ext cx="5195013" cy="43454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FAEA69-0A0A-3A04-1A55-934479DFB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139" y="4332566"/>
            <a:ext cx="4518302" cy="22081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4EC506-656E-BE6B-0118-6F3CC3DD4924}"/>
              </a:ext>
            </a:extLst>
          </p:cNvPr>
          <p:cNvSpPr txBox="1"/>
          <p:nvPr/>
        </p:nvSpPr>
        <p:spPr>
          <a:xfrm>
            <a:off x="6223713" y="5998310"/>
            <a:ext cx="5067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highlight>
                  <a:srgbClr val="C0C0C0"/>
                </a:highlight>
              </a:rPr>
              <a:t>{'name': 'John', 'address': {'city': 'New York', 'zip': '10001'}}</a:t>
            </a:r>
          </a:p>
        </p:txBody>
      </p:sp>
    </p:spTree>
    <p:extLst>
      <p:ext uri="{BB962C8B-B14F-4D97-AF65-F5344CB8AC3E}">
        <p14:creationId xmlns:p14="http://schemas.microsoft.com/office/powerpoint/2010/main" val="217111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44F37-F124-A542-C5D1-FCE440C01ED6}"/>
              </a:ext>
            </a:extLst>
          </p:cNvPr>
          <p:cNvSpPr txBox="1"/>
          <p:nvPr/>
        </p:nvSpPr>
        <p:spPr>
          <a:xfrm>
            <a:off x="838200" y="1040221"/>
            <a:ext cx="8372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Feedback for Lab4 Tasks: </a:t>
            </a:r>
            <a:r>
              <a:rPr lang="en-US" sz="2400" b="1" dirty="0">
                <a:solidFill>
                  <a:srgbClr val="C00000"/>
                </a:solidFill>
              </a:rPr>
              <a:t>Readability and consistency?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13CE4F-C97A-1F32-5FC0-AF7B4637C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8" y="1787236"/>
            <a:ext cx="7375261" cy="40305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18B320-864A-10CA-D76F-99DCDF901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197" y="2248900"/>
            <a:ext cx="4587575" cy="22580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414AF1-C417-EB99-DB24-94644EBD6863}"/>
              </a:ext>
            </a:extLst>
          </p:cNvPr>
          <p:cNvSpPr txBox="1"/>
          <p:nvPr/>
        </p:nvSpPr>
        <p:spPr>
          <a:xfrm>
            <a:off x="7418879" y="4537973"/>
            <a:ext cx="44011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/>
              <a:t>https://www.python.org/dev/peps/pep-0008/#whitespace-in-expressions-and-statements</a:t>
            </a:r>
          </a:p>
        </p:txBody>
      </p:sp>
    </p:spTree>
    <p:extLst>
      <p:ext uri="{BB962C8B-B14F-4D97-AF65-F5344CB8AC3E}">
        <p14:creationId xmlns:p14="http://schemas.microsoft.com/office/powerpoint/2010/main" val="1510556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44F37-F124-A542-C5D1-FCE440C01ED6}"/>
              </a:ext>
            </a:extLst>
          </p:cNvPr>
          <p:cNvSpPr txBox="1"/>
          <p:nvPr/>
        </p:nvSpPr>
        <p:spPr>
          <a:xfrm>
            <a:off x="838200" y="1040221"/>
            <a:ext cx="8372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Feedback for Lab4 Tasks: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B5760C-F67A-5C45-FD30-55A3B617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91" y="1426514"/>
            <a:ext cx="4791075" cy="419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C37B83-BB61-2578-A866-702718EFC0A7}"/>
              </a:ext>
            </a:extLst>
          </p:cNvPr>
          <p:cNvSpPr txBox="1"/>
          <p:nvPr/>
        </p:nvSpPr>
        <p:spPr>
          <a:xfrm>
            <a:off x="275859" y="6627168"/>
            <a:ext cx="44011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/>
              <a:t>https://www.python.org/dev/peps/pep-0008/#whitespace-in-expressions-and-statements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25CCF-3164-CB2F-EE43-2F94D14C13A2}"/>
              </a:ext>
            </a:extLst>
          </p:cNvPr>
          <p:cNvSpPr txBox="1"/>
          <p:nvPr/>
        </p:nvSpPr>
        <p:spPr>
          <a:xfrm>
            <a:off x="1189199" y="1770241"/>
            <a:ext cx="4498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444444"/>
                </a:solidFill>
                <a:effectLst/>
                <a:latin typeface="SourceSansProRegular"/>
              </a:rPr>
              <a:t>Avoid extraneous whitespace in the following situations:</a:t>
            </a:r>
            <a:endParaRPr lang="en-US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C53FE-AD3D-4C64-3593-B09A83888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274" y="1455089"/>
            <a:ext cx="1095375" cy="361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E2A485-6E58-A01F-44FA-3DD2FD788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91" y="2010539"/>
            <a:ext cx="10335867" cy="453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95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44F37-F124-A542-C5D1-FCE440C01ED6}"/>
              </a:ext>
            </a:extLst>
          </p:cNvPr>
          <p:cNvSpPr txBox="1"/>
          <p:nvPr/>
        </p:nvSpPr>
        <p:spPr>
          <a:xfrm>
            <a:off x="838200" y="1040221"/>
            <a:ext cx="8372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Feedback for Lab4 Tasks: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1FFA38-A29C-8181-2219-4D4C458C6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229" y="1532233"/>
            <a:ext cx="4791075" cy="419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86ABCD-516F-B997-DEA3-5587D3F2E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29" y="2091768"/>
            <a:ext cx="2324100" cy="333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81EB34-5231-16D2-8B83-800994E8CE81}"/>
              </a:ext>
            </a:extLst>
          </p:cNvPr>
          <p:cNvSpPr txBox="1"/>
          <p:nvPr/>
        </p:nvSpPr>
        <p:spPr>
          <a:xfrm>
            <a:off x="929229" y="2565578"/>
            <a:ext cx="8281446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ea typeface="inheri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highlight>
                  <a:srgbClr val="FFFF00"/>
                </a:highlight>
                <a:ea typeface="inherit"/>
              </a:rPr>
              <a:t>Avoid trailing whitespace anywhere. Because it's usually invisible, it can be confusing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ea typeface="inherit"/>
              </a:rPr>
              <a:t>: e.g. a backslash followed by a space and a newline does not count as a line continuation marker.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ea typeface="inherit"/>
              </a:rPr>
              <a:t> Always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highlight>
                  <a:srgbClr val="FFFF00"/>
                </a:highlight>
                <a:ea typeface="inherit"/>
              </a:rPr>
              <a:t>surround these binary operators with a single space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ea typeface="inherit"/>
              </a:rPr>
              <a:t>on either side: assignment (=), augmented assignment (+=, -= etc.), comparisons (==, &lt;, &gt;, !=, &lt;&gt;, &lt;=, &gt;=, in, not in, is, is not), Booleans (and, or, not).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ea typeface="inherit"/>
              </a:rPr>
              <a:t> If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highlight>
                  <a:srgbClr val="FFFF00"/>
                </a:highlight>
                <a:ea typeface="inherit"/>
              </a:rPr>
              <a:t>operators with different priorities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ea typeface="inherit"/>
              </a:rPr>
              <a:t>are used,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highlight>
                  <a:srgbClr val="FFFF00"/>
                </a:highlight>
                <a:ea typeface="inherit"/>
              </a:rPr>
              <a:t>consider adding whitespace around the operators with the lowest priority(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highlight>
                  <a:srgbClr val="FFFF00"/>
                </a:highlight>
                <a:ea typeface="inherit"/>
              </a:rPr>
              <a:t>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highlight>
                  <a:srgbClr val="FFFF00"/>
                </a:highlight>
                <a:ea typeface="inherit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ea typeface="inherit"/>
              </a:rPr>
              <a:t>. Use your own judgment; however,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highlight>
                  <a:srgbClr val="FFFF00"/>
                </a:highlight>
                <a:ea typeface="inherit"/>
              </a:rPr>
              <a:t>never use more than one space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ea typeface="inherit"/>
              </a:rPr>
              <a:t>, and always have the same amount of whitespace on both sides of a binary operator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55477-6A46-1610-DF50-A82C5669A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773" y="1139987"/>
            <a:ext cx="2549078" cy="527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81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44F37-F124-A542-C5D1-FCE440C01ED6}"/>
              </a:ext>
            </a:extLst>
          </p:cNvPr>
          <p:cNvSpPr txBox="1"/>
          <p:nvPr/>
        </p:nvSpPr>
        <p:spPr>
          <a:xfrm>
            <a:off x="838200" y="1040221"/>
            <a:ext cx="8372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Feedback for Lab4 Tasks: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88C7D6-E8AD-D026-9EFE-9BDBF306DBA3}"/>
              </a:ext>
            </a:extLst>
          </p:cNvPr>
          <p:cNvSpPr txBox="1"/>
          <p:nvPr/>
        </p:nvSpPr>
        <p:spPr>
          <a:xfrm>
            <a:off x="891287" y="1585476"/>
            <a:ext cx="16807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/>
              <a:t>https://upjoke.com/python-jokes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D4A5B-C5DC-6652-C16F-CC72690CA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34" y="2326020"/>
            <a:ext cx="4054455" cy="773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A1F757-505D-015B-9D2D-DE21414901DF}"/>
              </a:ext>
            </a:extLst>
          </p:cNvPr>
          <p:cNvSpPr txBox="1"/>
          <p:nvPr/>
        </p:nvSpPr>
        <p:spPr>
          <a:xfrm>
            <a:off x="8935381" y="6325315"/>
            <a:ext cx="11507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/>
              <a:t>https://xkcd.com/353/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9535BF-B9C1-0919-A40E-15A77766A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323" y="3148929"/>
            <a:ext cx="4533729" cy="2830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BFDBF-486F-E4AB-356C-6854B1E2A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052" y="1828371"/>
            <a:ext cx="3265842" cy="44969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432C43-0F12-F06C-D394-CB6263BE7472}"/>
              </a:ext>
            </a:extLst>
          </p:cNvPr>
          <p:cNvSpPr txBox="1"/>
          <p:nvPr/>
        </p:nvSpPr>
        <p:spPr>
          <a:xfrm>
            <a:off x="853311" y="1791088"/>
            <a:ext cx="5006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was a python’s first word?</a:t>
            </a:r>
            <a:endParaRPr lang="en-SG" sz="2800" b="1" dirty="0"/>
          </a:p>
        </p:txBody>
      </p:sp>
    </p:spTree>
    <p:extLst>
      <p:ext uri="{BB962C8B-B14F-4D97-AF65-F5344CB8AC3E}">
        <p14:creationId xmlns:p14="http://schemas.microsoft.com/office/powerpoint/2010/main" val="3564611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5D1D3-CE63-0B5A-8F25-671F9470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A1B221-5EED-78DE-FD4A-BCCE4CD4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3DEA37-E394-E03C-5CD6-544A4A735DDF}"/>
              </a:ext>
            </a:extLst>
          </p:cNvPr>
          <p:cNvSpPr txBox="1"/>
          <p:nvPr/>
        </p:nvSpPr>
        <p:spPr>
          <a:xfrm>
            <a:off x="309558" y="2348778"/>
            <a:ext cx="11292349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Gradescope issues,  screen shot Gradescope “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Autograder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Calibri" panose="020F0502020204030204"/>
              </a:rPr>
              <a:t>R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esults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page and email to: jacob.abraham@singaporetech.edu.sg</a:t>
            </a:r>
            <a:endParaRPr kumimoji="0" lang="en-SG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1177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D2D2F-F63B-1854-9F28-790F15862D99}"/>
              </a:ext>
            </a:extLst>
          </p:cNvPr>
          <p:cNvSpPr txBox="1"/>
          <p:nvPr/>
        </p:nvSpPr>
        <p:spPr>
          <a:xfrm>
            <a:off x="838200" y="1302045"/>
            <a:ext cx="3037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Python Lab Assignments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8FB20A-3DCA-BD10-2FCB-EFDEE45AAB8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89460"/>
          <a:ext cx="10532107" cy="3266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53504">
                  <a:extLst>
                    <a:ext uri="{9D8B030D-6E8A-4147-A177-3AD203B41FA5}">
                      <a16:colId xmlns:a16="http://schemas.microsoft.com/office/drawing/2014/main" val="3975253130"/>
                    </a:ext>
                  </a:extLst>
                </a:gridCol>
                <a:gridCol w="1537324">
                  <a:extLst>
                    <a:ext uri="{9D8B030D-6E8A-4147-A177-3AD203B41FA5}">
                      <a16:colId xmlns:a16="http://schemas.microsoft.com/office/drawing/2014/main" val="454326705"/>
                    </a:ext>
                  </a:extLst>
                </a:gridCol>
                <a:gridCol w="2887092">
                  <a:extLst>
                    <a:ext uri="{9D8B030D-6E8A-4147-A177-3AD203B41FA5}">
                      <a16:colId xmlns:a16="http://schemas.microsoft.com/office/drawing/2014/main" val="1005468603"/>
                    </a:ext>
                  </a:extLst>
                </a:gridCol>
                <a:gridCol w="2485708">
                  <a:extLst>
                    <a:ext uri="{9D8B030D-6E8A-4147-A177-3AD203B41FA5}">
                      <a16:colId xmlns:a16="http://schemas.microsoft.com/office/drawing/2014/main" val="1387992669"/>
                    </a:ext>
                  </a:extLst>
                </a:gridCol>
                <a:gridCol w="2768479">
                  <a:extLst>
                    <a:ext uri="{9D8B030D-6E8A-4147-A177-3AD203B41FA5}">
                      <a16:colId xmlns:a16="http://schemas.microsoft.com/office/drawing/2014/main" val="4280756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Week #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Python Lab #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Lab Date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Gradescope Release 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Gradescope Due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67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September 12,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September 12, 2025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08:00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September 18, 2025</a:t>
                      </a:r>
                    </a:p>
                    <a:p>
                      <a:pPr algn="ctr"/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79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September 19,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September 19,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September 25,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455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September 26,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September 26,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October 2,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58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3,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3,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October 9,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823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10,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10,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October 16,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850148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7B33468-1724-D757-1AD8-B31EB5DBF2BA}"/>
              </a:ext>
            </a:extLst>
          </p:cNvPr>
          <p:cNvSpPr/>
          <p:nvPr/>
        </p:nvSpPr>
        <p:spPr>
          <a:xfrm>
            <a:off x="825967" y="4756288"/>
            <a:ext cx="10548615" cy="615822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0446206"/>
      </p:ext>
    </p:extLst>
  </p:cSld>
  <p:clrMapOvr>
    <a:masterClrMapping/>
  </p:clrMapOvr>
</p:sld>
</file>

<file path=ppt/theme/theme1.xml><?xml version="1.0" encoding="utf-8"?>
<a:theme xmlns:a="http://schemas.openxmlformats.org/drawingml/2006/main" name="SIT PowerPoint 2021 Design Theme">
  <a:themeElements>
    <a:clrScheme name="Custom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6"/>
      </a:accent1>
      <a:accent2>
        <a:srgbClr val="04509C"/>
      </a:accent2>
      <a:accent3>
        <a:srgbClr val="669900"/>
      </a:accent3>
      <a:accent4>
        <a:srgbClr val="FF6600"/>
      </a:accent4>
      <a:accent5>
        <a:srgbClr val="CC0000"/>
      </a:accent5>
      <a:accent6>
        <a:srgbClr val="7F7F7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T PowerPoint 2021 Template" id="{7ED8A9B9-7CA4-42B3-8088-F180B202D817}" vid="{9CEE1484-4E3A-4C6E-8136-DAB8ED723EF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3F7FCE0D38C54FAA7DDE20E55812A6" ma:contentTypeVersion="13" ma:contentTypeDescription="Create a new document." ma:contentTypeScope="" ma:versionID="e3c2e1df67114a9a78e9107c8ad59bce">
  <xsd:schema xmlns:xsd="http://www.w3.org/2001/XMLSchema" xmlns:xs="http://www.w3.org/2001/XMLSchema" xmlns:p="http://schemas.microsoft.com/office/2006/metadata/properties" xmlns:ns2="9b533b96-199a-4bc1-bd53-29ff4f59b01f" xmlns:ns3="8d90648e-3f9e-47ab-bcbb-61525c769494" targetNamespace="http://schemas.microsoft.com/office/2006/metadata/properties" ma:root="true" ma:fieldsID="dca2d678dee70690d85bbba68c9d5eec" ns2:_="" ns3:_="">
    <xsd:import namespace="9b533b96-199a-4bc1-bd53-29ff4f59b01f"/>
    <xsd:import namespace="8d90648e-3f9e-47ab-bcbb-61525c7694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533b96-199a-4bc1-bd53-29ff4f59b0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90648e-3f9e-47ab-bcbb-61525c76949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EF3010-D481-4371-8845-3361CCBB661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95917F92-F352-4B11-884D-AA5BDADB4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07A418-6534-493E-A726-89DDCAFC6C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533b96-199a-4bc1-bd53-29ff4f59b01f"/>
    <ds:schemaRef ds:uri="8d90648e-3f9e-47ab-bcbb-61525c7694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5037</TotalTime>
  <Words>791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DengXian</vt:lpstr>
      <vt:lpstr>-apple-system</vt:lpstr>
      <vt:lpstr>Arial</vt:lpstr>
      <vt:lpstr>Calibri</vt:lpstr>
      <vt:lpstr>inherit</vt:lpstr>
      <vt:lpstr>SourceSansProRegular</vt:lpstr>
      <vt:lpstr>Wingdings</vt:lpstr>
      <vt:lpstr>SIT PowerPoint 2021 Design Theme</vt:lpstr>
      <vt:lpstr>INF1002 Programming Fundamentals  (AY2025-T1) 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 PowerPoint 2021 Template</dc:title>
  <dc:creator>Edmund Chan Guanghui</dc:creator>
  <cp:lastModifiedBy>Jacob Abraham</cp:lastModifiedBy>
  <cp:revision>126</cp:revision>
  <dcterms:created xsi:type="dcterms:W3CDTF">2021-05-30T05:25:48Z</dcterms:created>
  <dcterms:modified xsi:type="dcterms:W3CDTF">2025-10-10T09:58:10Z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f8e180-8f22-4ead-b44a-2d560df875da_Enabled">
    <vt:lpwstr>true</vt:lpwstr>
  </property>
  <property fmtid="{D5CDD505-2E9C-101B-9397-08002B2CF9AE}" pid="3" name="MSIP_Label_3ef8e180-8f22-4ead-b44a-2d560df875da_SetDate">
    <vt:lpwstr>2021-05-30T03:29:45Z</vt:lpwstr>
  </property>
  <property fmtid="{D5CDD505-2E9C-101B-9397-08002B2CF9AE}" pid="4" name="MSIP_Label_3ef8e180-8f22-4ead-b44a-2d560df875da_Method">
    <vt:lpwstr>Privileged</vt:lpwstr>
  </property>
  <property fmtid="{D5CDD505-2E9C-101B-9397-08002B2CF9AE}" pid="5" name="MSIP_Label_3ef8e180-8f22-4ead-b44a-2d560df875da_Name">
    <vt:lpwstr>Public</vt:lpwstr>
  </property>
  <property fmtid="{D5CDD505-2E9C-101B-9397-08002B2CF9AE}" pid="6" name="MSIP_Label_3ef8e180-8f22-4ead-b44a-2d560df875da_SiteId">
    <vt:lpwstr>64991f7f-44d6-4d8c-9cd4-7862e8cb94c6</vt:lpwstr>
  </property>
  <property fmtid="{D5CDD505-2E9C-101B-9397-08002B2CF9AE}" pid="7" name="MSIP_Label_3ef8e180-8f22-4ead-b44a-2d560df875da_ActionId">
    <vt:lpwstr>478719fd-0d2a-4df4-ba22-1e199b9bc055</vt:lpwstr>
  </property>
  <property fmtid="{D5CDD505-2E9C-101B-9397-08002B2CF9AE}" pid="8" name="MSIP_Label_3ef8e180-8f22-4ead-b44a-2d560df875da_ContentBits">
    <vt:lpwstr>0</vt:lpwstr>
  </property>
  <property fmtid="{D5CDD505-2E9C-101B-9397-08002B2CF9AE}" pid="9" name="ContentTypeId">
    <vt:lpwstr>0x0101005A3F7FCE0D38C54FAA7DDE20E55812A6</vt:lpwstr>
  </property>
</Properties>
</file>