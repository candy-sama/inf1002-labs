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9" r:id="rId5"/>
    <p:sldId id="270" r:id="rId6"/>
    <p:sldId id="279" r:id="rId7"/>
    <p:sldId id="299" r:id="rId8"/>
    <p:sldId id="300" r:id="rId9"/>
    <p:sldId id="301" r:id="rId10"/>
    <p:sldId id="302" r:id="rId11"/>
    <p:sldId id="303" r:id="rId12"/>
    <p:sldId id="298" r:id="rId13"/>
    <p:sldId id="280" r:id="rId14"/>
    <p:sldId id="282" r:id="rId15"/>
    <p:sldId id="283" r:id="rId16"/>
    <p:sldId id="284" r:id="rId17"/>
    <p:sldId id="272" r:id="rId18"/>
    <p:sldId id="295" r:id="rId19"/>
    <p:sldId id="296" r:id="rId20"/>
    <p:sldId id="29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68" autoAdjust="0"/>
    <p:restoredTop sz="94660"/>
  </p:normalViewPr>
  <p:slideViewPr>
    <p:cSldViewPr snapToGrid="0">
      <p:cViewPr varScale="1">
        <p:scale>
          <a:sx n="74" d="100"/>
          <a:sy n="74" d="100"/>
        </p:scale>
        <p:origin x="137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Abraham" userId="41757602-551f-4302-a31e-a4d547966de1" providerId="ADAL" clId="{78CE8BE8-A8DA-4F3F-BD5A-B63F113960A6}"/>
    <pc:docChg chg="undo custSel addSld delSld modSld">
      <pc:chgData name="Jacob Abraham" userId="41757602-551f-4302-a31e-a4d547966de1" providerId="ADAL" clId="{78CE8BE8-A8DA-4F3F-BD5A-B63F113960A6}" dt="2025-11-07T09:42:37.641" v="1007" actId="47"/>
      <pc:docMkLst>
        <pc:docMk/>
      </pc:docMkLst>
      <pc:sldChg chg="modSp mod">
        <pc:chgData name="Jacob Abraham" userId="41757602-551f-4302-a31e-a4d547966de1" providerId="ADAL" clId="{78CE8BE8-A8DA-4F3F-BD5A-B63F113960A6}" dt="2025-11-03T05:18:08.256" v="5" actId="20577"/>
        <pc:sldMkLst>
          <pc:docMk/>
          <pc:sldMk cId="1359157137" sldId="269"/>
        </pc:sldMkLst>
        <pc:spChg chg="mod">
          <ac:chgData name="Jacob Abraham" userId="41757602-551f-4302-a31e-a4d547966de1" providerId="ADAL" clId="{78CE8BE8-A8DA-4F3F-BD5A-B63F113960A6}" dt="2025-11-03T05:17:59.055" v="1" actId="20577"/>
          <ac:spMkLst>
            <pc:docMk/>
            <pc:sldMk cId="1359157137" sldId="269"/>
            <ac:spMk id="2" creationId="{BBEADADC-D650-4DC2-AADE-4DDC39555FB9}"/>
          </ac:spMkLst>
        </pc:spChg>
        <pc:spChg chg="mod">
          <ac:chgData name="Jacob Abraham" userId="41757602-551f-4302-a31e-a4d547966de1" providerId="ADAL" clId="{78CE8BE8-A8DA-4F3F-BD5A-B63F113960A6}" dt="2025-11-03T05:18:08.256" v="5" actId="20577"/>
          <ac:spMkLst>
            <pc:docMk/>
            <pc:sldMk cId="1359157137" sldId="269"/>
            <ac:spMk id="3" creationId="{8BC154C8-5D52-4A71-9134-31C48E1AF9CE}"/>
          </ac:spMkLst>
        </pc:spChg>
      </pc:sldChg>
      <pc:sldChg chg="addSp delSp modSp mod">
        <pc:chgData name="Jacob Abraham" userId="41757602-551f-4302-a31e-a4d547966de1" providerId="ADAL" clId="{78CE8BE8-A8DA-4F3F-BD5A-B63F113960A6}" dt="2025-11-03T05:20:51.202" v="83" actId="20577"/>
        <pc:sldMkLst>
          <pc:docMk/>
          <pc:sldMk cId="3911185960" sldId="270"/>
        </pc:sldMkLst>
        <pc:spChg chg="add mod">
          <ac:chgData name="Jacob Abraham" userId="41757602-551f-4302-a31e-a4d547966de1" providerId="ADAL" clId="{78CE8BE8-A8DA-4F3F-BD5A-B63F113960A6}" dt="2025-11-03T05:20:35.624" v="80" actId="207"/>
          <ac:spMkLst>
            <pc:docMk/>
            <pc:sldMk cId="3911185960" sldId="270"/>
            <ac:spMk id="2" creationId="{E6D0E01E-353D-24AE-0425-F1AF1C5781FD}"/>
          </ac:spMkLst>
        </pc:spChg>
        <pc:spChg chg="mod">
          <ac:chgData name="Jacob Abraham" userId="41757602-551f-4302-a31e-a4d547966de1" providerId="ADAL" clId="{78CE8BE8-A8DA-4F3F-BD5A-B63F113960A6}" dt="2025-11-03T05:20:09.928" v="78" actId="1076"/>
          <ac:spMkLst>
            <pc:docMk/>
            <pc:sldMk cId="3911185960" sldId="270"/>
            <ac:spMk id="3" creationId="{CE70F4B2-20DB-447F-ABCF-78698C2BE53A}"/>
          </ac:spMkLst>
        </pc:spChg>
        <pc:spChg chg="add mod">
          <ac:chgData name="Jacob Abraham" userId="41757602-551f-4302-a31e-a4d547966de1" providerId="ADAL" clId="{78CE8BE8-A8DA-4F3F-BD5A-B63F113960A6}" dt="2025-11-03T05:20:51.202" v="83" actId="20577"/>
          <ac:spMkLst>
            <pc:docMk/>
            <pc:sldMk cId="3911185960" sldId="270"/>
            <ac:spMk id="5" creationId="{9934242E-B8C5-6737-6CDC-A1A9680B823A}"/>
          </ac:spMkLst>
        </pc:spChg>
        <pc:spChg chg="add mod">
          <ac:chgData name="Jacob Abraham" userId="41757602-551f-4302-a31e-a4d547966de1" providerId="ADAL" clId="{78CE8BE8-A8DA-4F3F-BD5A-B63F113960A6}" dt="2025-11-03T05:20:15.472" v="79" actId="1076"/>
          <ac:spMkLst>
            <pc:docMk/>
            <pc:sldMk cId="3911185960" sldId="270"/>
            <ac:spMk id="8" creationId="{A3AA6D6E-91AB-7DB7-E4A7-8C4F9BDA01AF}"/>
          </ac:spMkLst>
        </pc:spChg>
      </pc:sldChg>
      <pc:sldChg chg="delSp modSp mod">
        <pc:chgData name="Jacob Abraham" userId="41757602-551f-4302-a31e-a4d547966de1" providerId="ADAL" clId="{78CE8BE8-A8DA-4F3F-BD5A-B63F113960A6}" dt="2025-11-06T07:26:14.519" v="998" actId="20577"/>
        <pc:sldMkLst>
          <pc:docMk/>
          <pc:sldMk cId="985211324" sldId="272"/>
        </pc:sldMkLst>
        <pc:spChg chg="mod">
          <ac:chgData name="Jacob Abraham" userId="41757602-551f-4302-a31e-a4d547966de1" providerId="ADAL" clId="{78CE8BE8-A8DA-4F3F-BD5A-B63F113960A6}" dt="2025-11-06T07:26:14.519" v="998" actId="20577"/>
          <ac:spMkLst>
            <pc:docMk/>
            <pc:sldMk cId="985211324" sldId="272"/>
            <ac:spMk id="4" creationId="{FB6D2FA3-961C-A1B1-A4F5-F764606FAC4C}"/>
          </ac:spMkLst>
        </pc:spChg>
      </pc:sldChg>
      <pc:sldChg chg="addSp delSp modSp mod">
        <pc:chgData name="Jacob Abraham" userId="41757602-551f-4302-a31e-a4d547966de1" providerId="ADAL" clId="{78CE8BE8-A8DA-4F3F-BD5A-B63F113960A6}" dt="2025-11-06T03:36:53.784" v="925" actId="1076"/>
        <pc:sldMkLst>
          <pc:docMk/>
          <pc:sldMk cId="4176912365" sldId="279"/>
        </pc:sldMkLst>
        <pc:spChg chg="mod">
          <ac:chgData name="Jacob Abraham" userId="41757602-551f-4302-a31e-a4d547966de1" providerId="ADAL" clId="{78CE8BE8-A8DA-4F3F-BD5A-B63F113960A6}" dt="2025-11-05T07:58:27.896" v="142" actId="20577"/>
          <ac:spMkLst>
            <pc:docMk/>
            <pc:sldMk cId="4176912365" sldId="279"/>
            <ac:spMk id="3" creationId="{AFC1F220-A2CB-046E-E7FA-EDF44B4E6186}"/>
          </ac:spMkLst>
        </pc:spChg>
        <pc:spChg chg="add mod">
          <ac:chgData name="Jacob Abraham" userId="41757602-551f-4302-a31e-a4d547966de1" providerId="ADAL" clId="{78CE8BE8-A8DA-4F3F-BD5A-B63F113960A6}" dt="2025-11-06T03:35:50.709" v="918" actId="207"/>
          <ac:spMkLst>
            <pc:docMk/>
            <pc:sldMk cId="4176912365" sldId="279"/>
            <ac:spMk id="11" creationId="{37F677A6-B99A-7E30-4A3F-7E2BA93A34D8}"/>
          </ac:spMkLst>
        </pc:spChg>
        <pc:picChg chg="add del mod">
          <ac:chgData name="Jacob Abraham" userId="41757602-551f-4302-a31e-a4d547966de1" providerId="ADAL" clId="{78CE8BE8-A8DA-4F3F-BD5A-B63F113960A6}" dt="2025-11-06T01:16:32.997" v="433" actId="478"/>
          <ac:picMkLst>
            <pc:docMk/>
            <pc:sldMk cId="4176912365" sldId="279"/>
            <ac:picMk id="4" creationId="{BF738E3A-0699-63A0-2725-AF083D1AAEA4}"/>
          </ac:picMkLst>
        </pc:picChg>
        <pc:picChg chg="add mod">
          <ac:chgData name="Jacob Abraham" userId="41757602-551f-4302-a31e-a4d547966de1" providerId="ADAL" clId="{78CE8BE8-A8DA-4F3F-BD5A-B63F113960A6}" dt="2025-11-06T03:36:53.784" v="925" actId="1076"/>
          <ac:picMkLst>
            <pc:docMk/>
            <pc:sldMk cId="4176912365" sldId="279"/>
            <ac:picMk id="6" creationId="{2FCFA387-C355-210F-DBA7-4710AC3E601D}"/>
          </ac:picMkLst>
        </pc:picChg>
        <pc:picChg chg="add del mod">
          <ac:chgData name="Jacob Abraham" userId="41757602-551f-4302-a31e-a4d547966de1" providerId="ADAL" clId="{78CE8BE8-A8DA-4F3F-BD5A-B63F113960A6}" dt="2025-11-06T01:13:56.598" v="426" actId="478"/>
          <ac:picMkLst>
            <pc:docMk/>
            <pc:sldMk cId="4176912365" sldId="279"/>
            <ac:picMk id="8" creationId="{9E2C41C7-29EC-F40F-8883-D3018C0DFE45}"/>
          </ac:picMkLst>
        </pc:picChg>
        <pc:picChg chg="add mod">
          <ac:chgData name="Jacob Abraham" userId="41757602-551f-4302-a31e-a4d547966de1" providerId="ADAL" clId="{78CE8BE8-A8DA-4F3F-BD5A-B63F113960A6}" dt="2025-11-06T03:36:48.708" v="922" actId="1076"/>
          <ac:picMkLst>
            <pc:docMk/>
            <pc:sldMk cId="4176912365" sldId="279"/>
            <ac:picMk id="10" creationId="{97882248-419E-292B-4387-6F10517D4902}"/>
          </ac:picMkLst>
        </pc:picChg>
        <pc:picChg chg="add del mod">
          <ac:chgData name="Jacob Abraham" userId="41757602-551f-4302-a31e-a4d547966de1" providerId="ADAL" clId="{78CE8BE8-A8DA-4F3F-BD5A-B63F113960A6}" dt="2025-11-06T01:17:15.619" v="444" actId="478"/>
          <ac:picMkLst>
            <pc:docMk/>
            <pc:sldMk cId="4176912365" sldId="279"/>
            <ac:picMk id="12" creationId="{738A8330-C3EB-FB84-7B98-FE7883B44086}"/>
          </ac:picMkLst>
        </pc:picChg>
        <pc:picChg chg="add mod">
          <ac:chgData name="Jacob Abraham" userId="41757602-551f-4302-a31e-a4d547966de1" providerId="ADAL" clId="{78CE8BE8-A8DA-4F3F-BD5A-B63F113960A6}" dt="2025-11-06T03:36:52.343" v="924" actId="1076"/>
          <ac:picMkLst>
            <pc:docMk/>
            <pc:sldMk cId="4176912365" sldId="279"/>
            <ac:picMk id="14" creationId="{9FC87439-730E-493F-3AF8-42817509B5CC}"/>
          </ac:picMkLst>
        </pc:picChg>
      </pc:sldChg>
      <pc:sldChg chg="modSp mod">
        <pc:chgData name="Jacob Abraham" userId="41757602-551f-4302-a31e-a4d547966de1" providerId="ADAL" clId="{78CE8BE8-A8DA-4F3F-BD5A-B63F113960A6}" dt="2025-11-07T00:37:44.008" v="1006" actId="13926"/>
        <pc:sldMkLst>
          <pc:docMk/>
          <pc:sldMk cId="3840538020" sldId="280"/>
        </pc:sldMkLst>
        <pc:spChg chg="mod">
          <ac:chgData name="Jacob Abraham" userId="41757602-551f-4302-a31e-a4d547966de1" providerId="ADAL" clId="{78CE8BE8-A8DA-4F3F-BD5A-B63F113960A6}" dt="2025-11-07T00:37:44.008" v="1006" actId="13926"/>
          <ac:spMkLst>
            <pc:docMk/>
            <pc:sldMk cId="3840538020" sldId="280"/>
            <ac:spMk id="20" creationId="{719E7B19-22BF-9FEA-9FD1-91EF6722E297}"/>
          </ac:spMkLst>
        </pc:spChg>
        <pc:picChg chg="mod">
          <ac:chgData name="Jacob Abraham" userId="41757602-551f-4302-a31e-a4d547966de1" providerId="ADAL" clId="{78CE8BE8-A8DA-4F3F-BD5A-B63F113960A6}" dt="2025-11-06T03:40:45.620" v="984" actId="14100"/>
          <ac:picMkLst>
            <pc:docMk/>
            <pc:sldMk cId="3840538020" sldId="280"/>
            <ac:picMk id="4" creationId="{C5DE166D-937C-D87C-4149-E5A3DA545FB4}"/>
          </ac:picMkLst>
        </pc:picChg>
      </pc:sldChg>
      <pc:sldChg chg="addSp delSp modSp del mod">
        <pc:chgData name="Jacob Abraham" userId="41757602-551f-4302-a31e-a4d547966de1" providerId="ADAL" clId="{78CE8BE8-A8DA-4F3F-BD5A-B63F113960A6}" dt="2025-11-07T09:42:37.641" v="1007" actId="47"/>
        <pc:sldMkLst>
          <pc:docMk/>
          <pc:sldMk cId="2652788230" sldId="293"/>
        </pc:sldMkLst>
      </pc:sldChg>
      <pc:sldChg chg="delSp mod">
        <pc:chgData name="Jacob Abraham" userId="41757602-551f-4302-a31e-a4d547966de1" providerId="ADAL" clId="{78CE8BE8-A8DA-4F3F-BD5A-B63F113960A6}" dt="2025-11-03T05:25:46.142" v="87" actId="478"/>
        <pc:sldMkLst>
          <pc:docMk/>
          <pc:sldMk cId="3618706855" sldId="295"/>
        </pc:sldMkLst>
      </pc:sldChg>
      <pc:sldChg chg="add">
        <pc:chgData name="Jacob Abraham" userId="41757602-551f-4302-a31e-a4d547966de1" providerId="ADAL" clId="{78CE8BE8-A8DA-4F3F-BD5A-B63F113960A6}" dt="2025-11-03T05:25:40.909" v="86"/>
        <pc:sldMkLst>
          <pc:docMk/>
          <pc:sldMk cId="1038055026" sldId="296"/>
        </pc:sldMkLst>
      </pc:sldChg>
      <pc:sldChg chg="modSp add mod">
        <pc:chgData name="Jacob Abraham" userId="41757602-551f-4302-a31e-a4d547966de1" providerId="ADAL" clId="{78CE8BE8-A8DA-4F3F-BD5A-B63F113960A6}" dt="2025-11-03T05:26:21.351" v="120" actId="1036"/>
        <pc:sldMkLst>
          <pc:docMk/>
          <pc:sldMk cId="1990446206" sldId="297"/>
        </pc:sldMkLst>
        <pc:spChg chg="mod">
          <ac:chgData name="Jacob Abraham" userId="41757602-551f-4302-a31e-a4d547966de1" providerId="ADAL" clId="{78CE8BE8-A8DA-4F3F-BD5A-B63F113960A6}" dt="2025-11-03T05:26:21.351" v="120" actId="1036"/>
          <ac:spMkLst>
            <pc:docMk/>
            <pc:sldMk cId="1990446206" sldId="297"/>
            <ac:spMk id="3" creationId="{B7B33468-1724-D757-1AD8-B31EB5DBF2BA}"/>
          </ac:spMkLst>
        </pc:spChg>
      </pc:sldChg>
      <pc:sldChg chg="add">
        <pc:chgData name="Jacob Abraham" userId="41757602-551f-4302-a31e-a4d547966de1" providerId="ADAL" clId="{78CE8BE8-A8DA-4F3F-BD5A-B63F113960A6}" dt="2025-11-05T07:58:04.085" v="121" actId="2890"/>
        <pc:sldMkLst>
          <pc:docMk/>
          <pc:sldMk cId="3062826045" sldId="298"/>
        </pc:sldMkLst>
      </pc:sldChg>
      <pc:sldChg chg="addSp delSp modSp add mod">
        <pc:chgData name="Jacob Abraham" userId="41757602-551f-4302-a31e-a4d547966de1" providerId="ADAL" clId="{78CE8BE8-A8DA-4F3F-BD5A-B63F113960A6}" dt="2025-11-06T03:37:21.893" v="927" actId="13822"/>
        <pc:sldMkLst>
          <pc:docMk/>
          <pc:sldMk cId="1824077097" sldId="299"/>
        </pc:sldMkLst>
        <pc:spChg chg="del mod">
          <ac:chgData name="Jacob Abraham" userId="41757602-551f-4302-a31e-a4d547966de1" providerId="ADAL" clId="{78CE8BE8-A8DA-4F3F-BD5A-B63F113960A6}" dt="2025-11-06T01:11:33.480" v="407" actId="478"/>
          <ac:spMkLst>
            <pc:docMk/>
            <pc:sldMk cId="1824077097" sldId="299"/>
            <ac:spMk id="11" creationId="{B2B536AE-5F66-5CF7-1E26-9E151168A3EB}"/>
          </ac:spMkLst>
        </pc:spChg>
        <pc:spChg chg="add mod">
          <ac:chgData name="Jacob Abraham" userId="41757602-551f-4302-a31e-a4d547966de1" providerId="ADAL" clId="{78CE8BE8-A8DA-4F3F-BD5A-B63F113960A6}" dt="2025-11-06T01:25:05.929" v="483" actId="1076"/>
          <ac:spMkLst>
            <pc:docMk/>
            <pc:sldMk cId="1824077097" sldId="299"/>
            <ac:spMk id="17" creationId="{B9FD5A04-2F52-8617-EA89-4D59F74EA719}"/>
          </ac:spMkLst>
        </pc:spChg>
        <pc:picChg chg="add mod">
          <ac:chgData name="Jacob Abraham" userId="41757602-551f-4302-a31e-a4d547966de1" providerId="ADAL" clId="{78CE8BE8-A8DA-4F3F-BD5A-B63F113960A6}" dt="2025-11-06T01:12:11.262" v="419" actId="1076"/>
          <ac:picMkLst>
            <pc:docMk/>
            <pc:sldMk cId="1824077097" sldId="299"/>
            <ac:picMk id="6" creationId="{1CAA707E-FBAC-C2FA-5B2F-B398126E0EC0}"/>
          </ac:picMkLst>
        </pc:picChg>
        <pc:picChg chg="add mod">
          <ac:chgData name="Jacob Abraham" userId="41757602-551f-4302-a31e-a4d547966de1" providerId="ADAL" clId="{78CE8BE8-A8DA-4F3F-BD5A-B63F113960A6}" dt="2025-11-06T01:11:48.433" v="410" actId="14100"/>
          <ac:picMkLst>
            <pc:docMk/>
            <pc:sldMk cId="1824077097" sldId="299"/>
            <ac:picMk id="12" creationId="{9279D654-E6F9-B243-4476-C55B67E16C9D}"/>
          </ac:picMkLst>
        </pc:picChg>
        <pc:picChg chg="add mod">
          <ac:chgData name="Jacob Abraham" userId="41757602-551f-4302-a31e-a4d547966de1" providerId="ADAL" clId="{78CE8BE8-A8DA-4F3F-BD5A-B63F113960A6}" dt="2025-11-06T01:11:57.186" v="414" actId="1076"/>
          <ac:picMkLst>
            <pc:docMk/>
            <pc:sldMk cId="1824077097" sldId="299"/>
            <ac:picMk id="14" creationId="{717A9F45-0ACD-8988-A64F-AD244A58FC02}"/>
          </ac:picMkLst>
        </pc:picChg>
        <pc:picChg chg="add mod">
          <ac:chgData name="Jacob Abraham" userId="41757602-551f-4302-a31e-a4d547966de1" providerId="ADAL" clId="{78CE8BE8-A8DA-4F3F-BD5A-B63F113960A6}" dt="2025-11-06T01:12:02.061" v="416" actId="14100"/>
          <ac:picMkLst>
            <pc:docMk/>
            <pc:sldMk cId="1824077097" sldId="299"/>
            <ac:picMk id="16" creationId="{E8AFCF7B-A7B6-1D27-A23F-A159877424F9}"/>
          </ac:picMkLst>
        </pc:picChg>
        <pc:cxnChg chg="add mod">
          <ac:chgData name="Jacob Abraham" userId="41757602-551f-4302-a31e-a4d547966de1" providerId="ADAL" clId="{78CE8BE8-A8DA-4F3F-BD5A-B63F113960A6}" dt="2025-11-06T03:37:21.893" v="927" actId="13822"/>
          <ac:cxnSpMkLst>
            <pc:docMk/>
            <pc:sldMk cId="1824077097" sldId="299"/>
            <ac:cxnSpMk id="4" creationId="{3ACCA22A-9741-7BDE-7446-E43F695B953C}"/>
          </ac:cxnSpMkLst>
        </pc:cxnChg>
      </pc:sldChg>
      <pc:sldChg chg="addSp delSp modSp add mod">
        <pc:chgData name="Jacob Abraham" userId="41757602-551f-4302-a31e-a4d547966de1" providerId="ADAL" clId="{78CE8BE8-A8DA-4F3F-BD5A-B63F113960A6}" dt="2025-11-06T07:29:56.051" v="1004" actId="6549"/>
        <pc:sldMkLst>
          <pc:docMk/>
          <pc:sldMk cId="1703264603" sldId="300"/>
        </pc:sldMkLst>
        <pc:spChg chg="mod">
          <ac:chgData name="Jacob Abraham" userId="41757602-551f-4302-a31e-a4d547966de1" providerId="ADAL" clId="{78CE8BE8-A8DA-4F3F-BD5A-B63F113960A6}" dt="2025-11-06T07:29:56.051" v="1004" actId="6549"/>
          <ac:spMkLst>
            <pc:docMk/>
            <pc:sldMk cId="1703264603" sldId="300"/>
            <ac:spMk id="17" creationId="{E63B999A-24ED-AC96-8F42-475E64AFA921}"/>
          </ac:spMkLst>
        </pc:spChg>
        <pc:picChg chg="add del mod">
          <ac:chgData name="Jacob Abraham" userId="41757602-551f-4302-a31e-a4d547966de1" providerId="ADAL" clId="{78CE8BE8-A8DA-4F3F-BD5A-B63F113960A6}" dt="2025-11-06T01:29:45.179" v="513" actId="478"/>
          <ac:picMkLst>
            <pc:docMk/>
            <pc:sldMk cId="1703264603" sldId="300"/>
            <ac:picMk id="4" creationId="{D1D58BA6-2C1E-6D20-AE19-03FFF91729DF}"/>
          </ac:picMkLst>
        </pc:picChg>
        <pc:picChg chg="del">
          <ac:chgData name="Jacob Abraham" userId="41757602-551f-4302-a31e-a4d547966de1" providerId="ADAL" clId="{78CE8BE8-A8DA-4F3F-BD5A-B63F113960A6}" dt="2025-11-06T01:22:09.870" v="457" actId="478"/>
          <ac:picMkLst>
            <pc:docMk/>
            <pc:sldMk cId="1703264603" sldId="300"/>
            <ac:picMk id="6" creationId="{D6F99EC2-C042-5AA1-842E-1D191D904D85}"/>
          </ac:picMkLst>
        </pc:picChg>
        <pc:picChg chg="add mod">
          <ac:chgData name="Jacob Abraham" userId="41757602-551f-4302-a31e-a4d547966de1" providerId="ADAL" clId="{78CE8BE8-A8DA-4F3F-BD5A-B63F113960A6}" dt="2025-11-06T03:37:54.381" v="932" actId="108"/>
          <ac:picMkLst>
            <pc:docMk/>
            <pc:sldMk cId="1703264603" sldId="300"/>
            <ac:picMk id="8" creationId="{563408E5-C475-A355-F3F2-35B9D7F18C32}"/>
          </ac:picMkLst>
        </pc:picChg>
        <pc:picChg chg="add mod">
          <ac:chgData name="Jacob Abraham" userId="41757602-551f-4302-a31e-a4d547966de1" providerId="ADAL" clId="{78CE8BE8-A8DA-4F3F-BD5A-B63F113960A6}" dt="2025-11-06T03:37:52.122" v="931" actId="692"/>
          <ac:picMkLst>
            <pc:docMk/>
            <pc:sldMk cId="1703264603" sldId="300"/>
            <ac:picMk id="10" creationId="{2BB084E5-0791-A751-F787-EF507035ADFB}"/>
          </ac:picMkLst>
        </pc:picChg>
        <pc:picChg chg="del">
          <ac:chgData name="Jacob Abraham" userId="41757602-551f-4302-a31e-a4d547966de1" providerId="ADAL" clId="{78CE8BE8-A8DA-4F3F-BD5A-B63F113960A6}" dt="2025-11-06T01:22:02.940" v="454" actId="478"/>
          <ac:picMkLst>
            <pc:docMk/>
            <pc:sldMk cId="1703264603" sldId="300"/>
            <ac:picMk id="12" creationId="{85CB9A62-7F2B-EC89-4BA5-0F6873EEB245}"/>
          </ac:picMkLst>
        </pc:picChg>
        <pc:picChg chg="add mod">
          <ac:chgData name="Jacob Abraham" userId="41757602-551f-4302-a31e-a4d547966de1" providerId="ADAL" clId="{78CE8BE8-A8DA-4F3F-BD5A-B63F113960A6}" dt="2025-11-06T03:37:56.659" v="933" actId="108"/>
          <ac:picMkLst>
            <pc:docMk/>
            <pc:sldMk cId="1703264603" sldId="300"/>
            <ac:picMk id="13" creationId="{1DE633B9-BD65-C02B-A411-CFD840F2DBDD}"/>
          </ac:picMkLst>
        </pc:picChg>
        <pc:picChg chg="del">
          <ac:chgData name="Jacob Abraham" userId="41757602-551f-4302-a31e-a4d547966de1" providerId="ADAL" clId="{78CE8BE8-A8DA-4F3F-BD5A-B63F113960A6}" dt="2025-11-06T01:22:05.032" v="455" actId="478"/>
          <ac:picMkLst>
            <pc:docMk/>
            <pc:sldMk cId="1703264603" sldId="300"/>
            <ac:picMk id="14" creationId="{DC08F265-F0CC-102E-0F79-B8131E3BC584}"/>
          </ac:picMkLst>
        </pc:picChg>
        <pc:picChg chg="del">
          <ac:chgData name="Jacob Abraham" userId="41757602-551f-4302-a31e-a4d547966de1" providerId="ADAL" clId="{78CE8BE8-A8DA-4F3F-BD5A-B63F113960A6}" dt="2025-11-06T01:22:07.105" v="456" actId="478"/>
          <ac:picMkLst>
            <pc:docMk/>
            <pc:sldMk cId="1703264603" sldId="300"/>
            <ac:picMk id="16" creationId="{34AA6F20-8DF2-8402-3E07-463638E7652E}"/>
          </ac:picMkLst>
        </pc:picChg>
      </pc:sldChg>
      <pc:sldChg chg="addSp delSp modSp add mod">
        <pc:chgData name="Jacob Abraham" userId="41757602-551f-4302-a31e-a4d547966de1" providerId="ADAL" clId="{78CE8BE8-A8DA-4F3F-BD5A-B63F113960A6}" dt="2025-11-06T03:38:59.373" v="945" actId="1076"/>
        <pc:sldMkLst>
          <pc:docMk/>
          <pc:sldMk cId="2422959998" sldId="301"/>
        </pc:sldMkLst>
        <pc:spChg chg="mod">
          <ac:chgData name="Jacob Abraham" userId="41757602-551f-4302-a31e-a4d547966de1" providerId="ADAL" clId="{78CE8BE8-A8DA-4F3F-BD5A-B63F113960A6}" dt="2025-11-06T03:38:59.373" v="945" actId="1076"/>
          <ac:spMkLst>
            <pc:docMk/>
            <pc:sldMk cId="2422959998" sldId="301"/>
            <ac:spMk id="17" creationId="{CAC70BB7-56F4-F77D-67D3-354C6FEC913C}"/>
          </ac:spMkLst>
        </pc:spChg>
        <pc:picChg chg="add mod">
          <ac:chgData name="Jacob Abraham" userId="41757602-551f-4302-a31e-a4d547966de1" providerId="ADAL" clId="{78CE8BE8-A8DA-4F3F-BD5A-B63F113960A6}" dt="2025-11-06T03:38:13.210" v="935" actId="692"/>
          <ac:picMkLst>
            <pc:docMk/>
            <pc:sldMk cId="2422959998" sldId="301"/>
            <ac:picMk id="4" creationId="{8D01A22C-419F-9D1C-48CD-64B3C4150B34}"/>
          </ac:picMkLst>
        </pc:picChg>
        <pc:picChg chg="add mod">
          <ac:chgData name="Jacob Abraham" userId="41757602-551f-4302-a31e-a4d547966de1" providerId="ADAL" clId="{78CE8BE8-A8DA-4F3F-BD5A-B63F113960A6}" dt="2025-11-06T03:38:18.790" v="936" actId="108"/>
          <ac:picMkLst>
            <pc:docMk/>
            <pc:sldMk cId="2422959998" sldId="301"/>
            <ac:picMk id="6" creationId="{B9E6F17E-0B91-F6F3-8B18-06E9640960F8}"/>
          </ac:picMkLst>
        </pc:picChg>
        <pc:picChg chg="del">
          <ac:chgData name="Jacob Abraham" userId="41757602-551f-4302-a31e-a4d547966de1" providerId="ADAL" clId="{78CE8BE8-A8DA-4F3F-BD5A-B63F113960A6}" dt="2025-11-06T01:37:51.559" v="528" actId="478"/>
          <ac:picMkLst>
            <pc:docMk/>
            <pc:sldMk cId="2422959998" sldId="301"/>
            <ac:picMk id="8" creationId="{031B6E5C-9CA2-8684-C9EF-6A8AAF44F466}"/>
          </ac:picMkLst>
        </pc:picChg>
        <pc:picChg chg="del">
          <ac:chgData name="Jacob Abraham" userId="41757602-551f-4302-a31e-a4d547966de1" providerId="ADAL" clId="{78CE8BE8-A8DA-4F3F-BD5A-B63F113960A6}" dt="2025-11-06T01:37:49.280" v="527" actId="478"/>
          <ac:picMkLst>
            <pc:docMk/>
            <pc:sldMk cId="2422959998" sldId="301"/>
            <ac:picMk id="10" creationId="{680F32F7-D51F-ED5E-70E9-317BB6488553}"/>
          </ac:picMkLst>
        </pc:picChg>
        <pc:picChg chg="add mod">
          <ac:chgData name="Jacob Abraham" userId="41757602-551f-4302-a31e-a4d547966de1" providerId="ADAL" clId="{78CE8BE8-A8DA-4F3F-BD5A-B63F113960A6}" dt="2025-11-06T03:38:30.674" v="938" actId="108"/>
          <ac:picMkLst>
            <pc:docMk/>
            <pc:sldMk cId="2422959998" sldId="301"/>
            <ac:picMk id="11" creationId="{5999C48B-EFB6-50A8-973C-3595AF6B6C3F}"/>
          </ac:picMkLst>
        </pc:picChg>
        <pc:picChg chg="del">
          <ac:chgData name="Jacob Abraham" userId="41757602-551f-4302-a31e-a4d547966de1" providerId="ADAL" clId="{78CE8BE8-A8DA-4F3F-BD5A-B63F113960A6}" dt="2025-11-06T01:37:54.749" v="529" actId="478"/>
          <ac:picMkLst>
            <pc:docMk/>
            <pc:sldMk cId="2422959998" sldId="301"/>
            <ac:picMk id="13" creationId="{68DDB81B-EDDE-89F1-EB0D-989A38CEE8E6}"/>
          </ac:picMkLst>
        </pc:picChg>
        <pc:picChg chg="add mod">
          <ac:chgData name="Jacob Abraham" userId="41757602-551f-4302-a31e-a4d547966de1" providerId="ADAL" clId="{78CE8BE8-A8DA-4F3F-BD5A-B63F113960A6}" dt="2025-11-06T03:38:26.581" v="937" actId="108"/>
          <ac:picMkLst>
            <pc:docMk/>
            <pc:sldMk cId="2422959998" sldId="301"/>
            <ac:picMk id="14" creationId="{2F885342-7DD2-33F8-5699-5F3D445BE164}"/>
          </ac:picMkLst>
        </pc:picChg>
      </pc:sldChg>
      <pc:sldChg chg="addSp delSp modSp add mod">
        <pc:chgData name="Jacob Abraham" userId="41757602-551f-4302-a31e-a4d547966de1" providerId="ADAL" clId="{78CE8BE8-A8DA-4F3F-BD5A-B63F113960A6}" dt="2025-11-06T03:40:15.531" v="983" actId="1076"/>
        <pc:sldMkLst>
          <pc:docMk/>
          <pc:sldMk cId="2002985506" sldId="302"/>
        </pc:sldMkLst>
        <pc:spChg chg="add mod">
          <ac:chgData name="Jacob Abraham" userId="41757602-551f-4302-a31e-a4d547966de1" providerId="ADAL" clId="{78CE8BE8-A8DA-4F3F-BD5A-B63F113960A6}" dt="2025-11-06T03:40:12.486" v="982" actId="1076"/>
          <ac:spMkLst>
            <pc:docMk/>
            <pc:sldMk cId="2002985506" sldId="302"/>
            <ac:spMk id="16" creationId="{7821484B-64EC-64EC-3DF3-4D0CE29BD1C5}"/>
          </ac:spMkLst>
        </pc:spChg>
        <pc:spChg chg="del mod">
          <ac:chgData name="Jacob Abraham" userId="41757602-551f-4302-a31e-a4d547966de1" providerId="ADAL" clId="{78CE8BE8-A8DA-4F3F-BD5A-B63F113960A6}" dt="2025-11-06T02:52:57.744" v="715" actId="478"/>
          <ac:spMkLst>
            <pc:docMk/>
            <pc:sldMk cId="2002985506" sldId="302"/>
            <ac:spMk id="17" creationId="{82229C59-FF77-8D22-CC07-646A5C1E6FA7}"/>
          </ac:spMkLst>
        </pc:spChg>
        <pc:picChg chg="del">
          <ac:chgData name="Jacob Abraham" userId="41757602-551f-4302-a31e-a4d547966de1" providerId="ADAL" clId="{78CE8BE8-A8DA-4F3F-BD5A-B63F113960A6}" dt="2025-11-06T02:19:41.620" v="639" actId="478"/>
          <ac:picMkLst>
            <pc:docMk/>
            <pc:sldMk cId="2002985506" sldId="302"/>
            <ac:picMk id="4" creationId="{A28E76BF-8E2A-D521-0F54-FA93DAF934B9}"/>
          </ac:picMkLst>
        </pc:picChg>
        <pc:picChg chg="add mod">
          <ac:chgData name="Jacob Abraham" userId="41757602-551f-4302-a31e-a4d547966de1" providerId="ADAL" clId="{78CE8BE8-A8DA-4F3F-BD5A-B63F113960A6}" dt="2025-11-06T03:39:32.975" v="946" actId="1076"/>
          <ac:picMkLst>
            <pc:docMk/>
            <pc:sldMk cId="2002985506" sldId="302"/>
            <ac:picMk id="5" creationId="{D3509B60-0918-DC18-09C5-28B7475757D7}"/>
          </ac:picMkLst>
        </pc:picChg>
        <pc:picChg chg="del">
          <ac:chgData name="Jacob Abraham" userId="41757602-551f-4302-a31e-a4d547966de1" providerId="ADAL" clId="{78CE8BE8-A8DA-4F3F-BD5A-B63F113960A6}" dt="2025-11-06T02:19:43.516" v="640" actId="478"/>
          <ac:picMkLst>
            <pc:docMk/>
            <pc:sldMk cId="2002985506" sldId="302"/>
            <ac:picMk id="6" creationId="{D85C8DE4-187A-018A-CAD2-EC7006E8A37F}"/>
          </ac:picMkLst>
        </pc:picChg>
        <pc:picChg chg="add mod">
          <ac:chgData name="Jacob Abraham" userId="41757602-551f-4302-a31e-a4d547966de1" providerId="ADAL" clId="{78CE8BE8-A8DA-4F3F-BD5A-B63F113960A6}" dt="2025-11-06T03:40:15.531" v="983" actId="1076"/>
          <ac:picMkLst>
            <pc:docMk/>
            <pc:sldMk cId="2002985506" sldId="302"/>
            <ac:picMk id="9" creationId="{D10E4029-A873-6EDE-370D-4EAF99269922}"/>
          </ac:picMkLst>
        </pc:picChg>
        <pc:picChg chg="del">
          <ac:chgData name="Jacob Abraham" userId="41757602-551f-4302-a31e-a4d547966de1" providerId="ADAL" clId="{78CE8BE8-A8DA-4F3F-BD5A-B63F113960A6}" dt="2025-11-06T02:19:46.100" v="641" actId="478"/>
          <ac:picMkLst>
            <pc:docMk/>
            <pc:sldMk cId="2002985506" sldId="302"/>
            <ac:picMk id="11" creationId="{6C28DA37-F75A-9321-3A58-175E941EBF99}"/>
          </ac:picMkLst>
        </pc:picChg>
        <pc:picChg chg="add del mod">
          <ac:chgData name="Jacob Abraham" userId="41757602-551f-4302-a31e-a4d547966de1" providerId="ADAL" clId="{78CE8BE8-A8DA-4F3F-BD5A-B63F113960A6}" dt="2025-11-06T02:50:28.682" v="703" actId="478"/>
          <ac:picMkLst>
            <pc:docMk/>
            <pc:sldMk cId="2002985506" sldId="302"/>
            <ac:picMk id="12" creationId="{550C89F4-E614-067A-30E0-DA361DC35215}"/>
          </ac:picMkLst>
        </pc:picChg>
        <pc:picChg chg="del">
          <ac:chgData name="Jacob Abraham" userId="41757602-551f-4302-a31e-a4d547966de1" providerId="ADAL" clId="{78CE8BE8-A8DA-4F3F-BD5A-B63F113960A6}" dt="2025-11-06T02:19:48.103" v="642" actId="478"/>
          <ac:picMkLst>
            <pc:docMk/>
            <pc:sldMk cId="2002985506" sldId="302"/>
            <ac:picMk id="14" creationId="{66042F86-BE5D-2480-62C2-B995583EE5CD}"/>
          </ac:picMkLst>
        </pc:picChg>
        <pc:picChg chg="add del mod">
          <ac:chgData name="Jacob Abraham" userId="41757602-551f-4302-a31e-a4d547966de1" providerId="ADAL" clId="{78CE8BE8-A8DA-4F3F-BD5A-B63F113960A6}" dt="2025-11-06T02:52:54.996" v="714" actId="478"/>
          <ac:picMkLst>
            <pc:docMk/>
            <pc:sldMk cId="2002985506" sldId="302"/>
            <ac:picMk id="15" creationId="{9981E840-F0F6-8CBC-36FD-AC82E5FBD11E}"/>
          </ac:picMkLst>
        </pc:picChg>
      </pc:sldChg>
      <pc:sldChg chg="addSp delSp modSp add mod">
        <pc:chgData name="Jacob Abraham" userId="41757602-551f-4302-a31e-a4d547966de1" providerId="ADAL" clId="{78CE8BE8-A8DA-4F3F-BD5A-B63F113960A6}" dt="2025-11-06T03:34:18.039" v="917" actId="14100"/>
        <pc:sldMkLst>
          <pc:docMk/>
          <pc:sldMk cId="2670168251" sldId="303"/>
        </pc:sldMkLst>
        <pc:spChg chg="del">
          <ac:chgData name="Jacob Abraham" userId="41757602-551f-4302-a31e-a4d547966de1" providerId="ADAL" clId="{78CE8BE8-A8DA-4F3F-BD5A-B63F113960A6}" dt="2025-11-06T02:53:54.172" v="733" actId="478"/>
          <ac:spMkLst>
            <pc:docMk/>
            <pc:sldMk cId="2670168251" sldId="303"/>
            <ac:spMk id="3" creationId="{588BDD69-2469-D762-6D66-78594D8901D5}"/>
          </ac:spMkLst>
        </pc:spChg>
        <pc:spChg chg="mod">
          <ac:chgData name="Jacob Abraham" userId="41757602-551f-4302-a31e-a4d547966de1" providerId="ADAL" clId="{78CE8BE8-A8DA-4F3F-BD5A-B63F113960A6}" dt="2025-11-06T03:34:18.039" v="917" actId="14100"/>
          <ac:spMkLst>
            <pc:docMk/>
            <pc:sldMk cId="2670168251" sldId="303"/>
            <ac:spMk id="17" creationId="{EF082784-3C2C-457A-062A-0557DEBC556B}"/>
          </ac:spMkLst>
        </pc:spChg>
        <pc:spChg chg="add mod">
          <ac:chgData name="Jacob Abraham" userId="41757602-551f-4302-a31e-a4d547966de1" providerId="ADAL" clId="{78CE8BE8-A8DA-4F3F-BD5A-B63F113960A6}" dt="2025-11-06T03:23:41.911" v="812" actId="14100"/>
          <ac:spMkLst>
            <pc:docMk/>
            <pc:sldMk cId="2670168251" sldId="303"/>
            <ac:spMk id="30" creationId="{9D4CFF5B-EAC4-CFD9-E609-E84C911476FC}"/>
          </ac:spMkLst>
        </pc:spChg>
        <pc:spChg chg="add mod">
          <ac:chgData name="Jacob Abraham" userId="41757602-551f-4302-a31e-a4d547966de1" providerId="ADAL" clId="{78CE8BE8-A8DA-4F3F-BD5A-B63F113960A6}" dt="2025-11-06T03:25:20.222" v="828" actId="1076"/>
          <ac:spMkLst>
            <pc:docMk/>
            <pc:sldMk cId="2670168251" sldId="303"/>
            <ac:spMk id="31" creationId="{52629430-1510-C27C-FC53-1D362824B5B1}"/>
          </ac:spMkLst>
        </pc:spChg>
        <pc:spChg chg="add mod">
          <ac:chgData name="Jacob Abraham" userId="41757602-551f-4302-a31e-a4d547966de1" providerId="ADAL" clId="{78CE8BE8-A8DA-4F3F-BD5A-B63F113960A6}" dt="2025-11-06T03:25:29.822" v="830" actId="1076"/>
          <ac:spMkLst>
            <pc:docMk/>
            <pc:sldMk cId="2670168251" sldId="303"/>
            <ac:spMk id="32" creationId="{258631DE-2CC7-F620-3D0D-CFCE32AADBBA}"/>
          </ac:spMkLst>
        </pc:spChg>
        <pc:spChg chg="add mod">
          <ac:chgData name="Jacob Abraham" userId="41757602-551f-4302-a31e-a4d547966de1" providerId="ADAL" clId="{78CE8BE8-A8DA-4F3F-BD5A-B63F113960A6}" dt="2025-11-06T03:25:55.468" v="835" actId="14100"/>
          <ac:spMkLst>
            <pc:docMk/>
            <pc:sldMk cId="2670168251" sldId="303"/>
            <ac:spMk id="33" creationId="{1C5F3C5F-F9A4-D06F-5AD1-226DD59AE7D6}"/>
          </ac:spMkLst>
        </pc:spChg>
        <pc:spChg chg="add mod">
          <ac:chgData name="Jacob Abraham" userId="41757602-551f-4302-a31e-a4d547966de1" providerId="ADAL" clId="{78CE8BE8-A8DA-4F3F-BD5A-B63F113960A6}" dt="2025-11-06T03:27:30.349" v="852" actId="164"/>
          <ac:spMkLst>
            <pc:docMk/>
            <pc:sldMk cId="2670168251" sldId="303"/>
            <ac:spMk id="34" creationId="{DEC510E8-667D-D6ED-9F97-768650AD1581}"/>
          </ac:spMkLst>
        </pc:spChg>
        <pc:spChg chg="add mod">
          <ac:chgData name="Jacob Abraham" userId="41757602-551f-4302-a31e-a4d547966de1" providerId="ADAL" clId="{78CE8BE8-A8DA-4F3F-BD5A-B63F113960A6}" dt="2025-11-06T03:27:57.688" v="857" actId="14100"/>
          <ac:spMkLst>
            <pc:docMk/>
            <pc:sldMk cId="2670168251" sldId="303"/>
            <ac:spMk id="36" creationId="{569EE346-1371-5150-26C1-B7CE232F44A7}"/>
          </ac:spMkLst>
        </pc:spChg>
        <pc:grpChg chg="add mod">
          <ac:chgData name="Jacob Abraham" userId="41757602-551f-4302-a31e-a4d547966de1" providerId="ADAL" clId="{78CE8BE8-A8DA-4F3F-BD5A-B63F113960A6}" dt="2025-11-06T03:27:30.349" v="852" actId="164"/>
          <ac:grpSpMkLst>
            <pc:docMk/>
            <pc:sldMk cId="2670168251" sldId="303"/>
            <ac:grpSpMk id="35" creationId="{3F7B15FC-CB44-2E6D-3D75-78A5B1B30D6C}"/>
          </ac:grpSpMkLst>
        </pc:grpChg>
        <pc:picChg chg="add del mod">
          <ac:chgData name="Jacob Abraham" userId="41757602-551f-4302-a31e-a4d547966de1" providerId="ADAL" clId="{78CE8BE8-A8DA-4F3F-BD5A-B63F113960A6}" dt="2025-11-06T03:10:15.865" v="749" actId="478"/>
          <ac:picMkLst>
            <pc:docMk/>
            <pc:sldMk cId="2670168251" sldId="303"/>
            <ac:picMk id="4" creationId="{A526A468-1878-73BF-63A8-10A3DBE6A454}"/>
          </ac:picMkLst>
        </pc:picChg>
        <pc:picChg chg="del">
          <ac:chgData name="Jacob Abraham" userId="41757602-551f-4302-a31e-a4d547966de1" providerId="ADAL" clId="{78CE8BE8-A8DA-4F3F-BD5A-B63F113960A6}" dt="2025-11-06T02:53:32.302" v="726" actId="478"/>
          <ac:picMkLst>
            <pc:docMk/>
            <pc:sldMk cId="2670168251" sldId="303"/>
            <ac:picMk id="5" creationId="{6314671B-004C-526F-C6E8-BA471CD04218}"/>
          </ac:picMkLst>
        </pc:picChg>
        <pc:picChg chg="add mod">
          <ac:chgData name="Jacob Abraham" userId="41757602-551f-4302-a31e-a4d547966de1" providerId="ADAL" clId="{78CE8BE8-A8DA-4F3F-BD5A-B63F113960A6}" dt="2025-11-06T03:06:16.495" v="744" actId="1076"/>
          <ac:picMkLst>
            <pc:docMk/>
            <pc:sldMk cId="2670168251" sldId="303"/>
            <ac:picMk id="8" creationId="{6FB4CF91-C48E-D875-B88B-BE3AEFADEEA4}"/>
          </ac:picMkLst>
        </pc:picChg>
        <pc:picChg chg="del">
          <ac:chgData name="Jacob Abraham" userId="41757602-551f-4302-a31e-a4d547966de1" providerId="ADAL" clId="{78CE8BE8-A8DA-4F3F-BD5A-B63F113960A6}" dt="2025-11-06T02:53:20.602" v="724" actId="478"/>
          <ac:picMkLst>
            <pc:docMk/>
            <pc:sldMk cId="2670168251" sldId="303"/>
            <ac:picMk id="9" creationId="{9629363D-6A59-8CDD-F1BF-F2BB3AFB5C85}"/>
          </ac:picMkLst>
        </pc:picChg>
        <pc:picChg chg="add mod">
          <ac:chgData name="Jacob Abraham" userId="41757602-551f-4302-a31e-a4d547966de1" providerId="ADAL" clId="{78CE8BE8-A8DA-4F3F-BD5A-B63F113960A6}" dt="2025-11-06T03:28:10.388" v="859" actId="692"/>
          <ac:picMkLst>
            <pc:docMk/>
            <pc:sldMk cId="2670168251" sldId="303"/>
            <ac:picMk id="11" creationId="{AEDF156C-B68A-24D2-BD44-86070DD092EA}"/>
          </ac:picMkLst>
        </pc:picChg>
        <pc:picChg chg="add mod">
          <ac:chgData name="Jacob Abraham" userId="41757602-551f-4302-a31e-a4d547966de1" providerId="ADAL" clId="{78CE8BE8-A8DA-4F3F-BD5A-B63F113960A6}" dt="2025-11-06T03:24:28.023" v="821" actId="1076"/>
          <ac:picMkLst>
            <pc:docMk/>
            <pc:sldMk cId="2670168251" sldId="303"/>
            <ac:picMk id="13" creationId="{C0583BC7-3B76-E010-FF2B-0574AA214578}"/>
          </ac:picMkLst>
        </pc:picChg>
        <pc:picChg chg="del mod">
          <ac:chgData name="Jacob Abraham" userId="41757602-551f-4302-a31e-a4d547966de1" providerId="ADAL" clId="{78CE8BE8-A8DA-4F3F-BD5A-B63F113960A6}" dt="2025-11-06T03:06:08.119" v="740" actId="478"/>
          <ac:picMkLst>
            <pc:docMk/>
            <pc:sldMk cId="2670168251" sldId="303"/>
            <ac:picMk id="15" creationId="{C1CB6E46-5F8C-A358-E96E-5419CC3642AE}"/>
          </ac:picMkLst>
        </pc:picChg>
        <pc:picChg chg="add del mod">
          <ac:chgData name="Jacob Abraham" userId="41757602-551f-4302-a31e-a4d547966de1" providerId="ADAL" clId="{78CE8BE8-A8DA-4F3F-BD5A-B63F113960A6}" dt="2025-11-06T03:15:28.070" v="762" actId="478"/>
          <ac:picMkLst>
            <pc:docMk/>
            <pc:sldMk cId="2670168251" sldId="303"/>
            <ac:picMk id="16" creationId="{714692C7-F939-0797-9A4E-4AC89F4732EA}"/>
          </ac:picMkLst>
        </pc:picChg>
        <pc:picChg chg="add del">
          <ac:chgData name="Jacob Abraham" userId="41757602-551f-4302-a31e-a4d547966de1" providerId="ADAL" clId="{78CE8BE8-A8DA-4F3F-BD5A-B63F113960A6}" dt="2025-11-06T03:15:21.429" v="761" actId="478"/>
          <ac:picMkLst>
            <pc:docMk/>
            <pc:sldMk cId="2670168251" sldId="303"/>
            <ac:picMk id="19" creationId="{ACB612E0-DDD4-A48C-56A3-DDF1720CE1F4}"/>
          </ac:picMkLst>
        </pc:picChg>
        <pc:picChg chg="add mod">
          <ac:chgData name="Jacob Abraham" userId="41757602-551f-4302-a31e-a4d547966de1" providerId="ADAL" clId="{78CE8BE8-A8DA-4F3F-BD5A-B63F113960A6}" dt="2025-11-06T03:24:33.536" v="823" actId="1076"/>
          <ac:picMkLst>
            <pc:docMk/>
            <pc:sldMk cId="2670168251" sldId="303"/>
            <ac:picMk id="21" creationId="{71D6DD9F-F7B5-334D-7473-7022A63ECD4D}"/>
          </ac:picMkLst>
        </pc:picChg>
        <pc:picChg chg="add mod">
          <ac:chgData name="Jacob Abraham" userId="41757602-551f-4302-a31e-a4d547966de1" providerId="ADAL" clId="{78CE8BE8-A8DA-4F3F-BD5A-B63F113960A6}" dt="2025-11-06T03:24:30.474" v="822" actId="1076"/>
          <ac:picMkLst>
            <pc:docMk/>
            <pc:sldMk cId="2670168251" sldId="303"/>
            <ac:picMk id="23" creationId="{A7E42825-9CE5-3397-37CD-EE9FC23FF9AE}"/>
          </ac:picMkLst>
        </pc:picChg>
        <pc:picChg chg="add mod">
          <ac:chgData name="Jacob Abraham" userId="41757602-551f-4302-a31e-a4d547966de1" providerId="ADAL" clId="{78CE8BE8-A8DA-4F3F-BD5A-B63F113960A6}" dt="2025-11-06T03:27:30.349" v="852" actId="164"/>
          <ac:picMkLst>
            <pc:docMk/>
            <pc:sldMk cId="2670168251" sldId="303"/>
            <ac:picMk id="25" creationId="{E7163BC4-38B8-774F-0538-D5BC894EFC88}"/>
          </ac:picMkLst>
        </pc:picChg>
        <pc:picChg chg="add mod">
          <ac:chgData name="Jacob Abraham" userId="41757602-551f-4302-a31e-a4d547966de1" providerId="ADAL" clId="{78CE8BE8-A8DA-4F3F-BD5A-B63F113960A6}" dt="2025-11-06T03:27:30.349" v="852" actId="164"/>
          <ac:picMkLst>
            <pc:docMk/>
            <pc:sldMk cId="2670168251" sldId="303"/>
            <ac:picMk id="27" creationId="{52E354DA-9D05-54EF-F496-85E7B6040E85}"/>
          </ac:picMkLst>
        </pc:picChg>
        <pc:picChg chg="add mod">
          <ac:chgData name="Jacob Abraham" userId="41757602-551f-4302-a31e-a4d547966de1" providerId="ADAL" clId="{78CE8BE8-A8DA-4F3F-BD5A-B63F113960A6}" dt="2025-11-06T03:27:30.349" v="852" actId="164"/>
          <ac:picMkLst>
            <pc:docMk/>
            <pc:sldMk cId="2670168251" sldId="303"/>
            <ac:picMk id="29" creationId="{1FD094A3-FCBF-CD6B-93E6-593FC2F2C7BC}"/>
          </ac:picMkLst>
        </pc:picChg>
        <pc:cxnChg chg="add del mod">
          <ac:chgData name="Jacob Abraham" userId="41757602-551f-4302-a31e-a4d547966de1" providerId="ADAL" clId="{78CE8BE8-A8DA-4F3F-BD5A-B63F113960A6}" dt="2025-11-06T03:28:43.845" v="862" actId="478"/>
          <ac:cxnSpMkLst>
            <pc:docMk/>
            <pc:sldMk cId="2670168251" sldId="303"/>
            <ac:cxnSpMk id="38" creationId="{A41121E7-132C-E12C-B1F0-7C3F8E2B8BCF}"/>
          </ac:cxnSpMkLst>
        </pc:cxnChg>
        <pc:cxnChg chg="add mod">
          <ac:chgData name="Jacob Abraham" userId="41757602-551f-4302-a31e-a4d547966de1" providerId="ADAL" clId="{78CE8BE8-A8DA-4F3F-BD5A-B63F113960A6}" dt="2025-11-06T03:29:09.022" v="865" actId="692"/>
          <ac:cxnSpMkLst>
            <pc:docMk/>
            <pc:sldMk cId="2670168251" sldId="303"/>
            <ac:cxnSpMk id="40" creationId="{F9675F6A-A761-2F08-7A3C-7D1C27BA6C6C}"/>
          </ac:cxnSpMkLst>
        </pc:cxnChg>
        <pc:cxnChg chg="add mod">
          <ac:chgData name="Jacob Abraham" userId="41757602-551f-4302-a31e-a4d547966de1" providerId="ADAL" clId="{78CE8BE8-A8DA-4F3F-BD5A-B63F113960A6}" dt="2025-11-06T03:29:21.042" v="868" actId="14100"/>
          <ac:cxnSpMkLst>
            <pc:docMk/>
            <pc:sldMk cId="2670168251" sldId="303"/>
            <ac:cxnSpMk id="41" creationId="{20050337-F233-07D5-C711-5E2791BF3BEF}"/>
          </ac:cxnSpMkLst>
        </pc:cxnChg>
        <pc:cxnChg chg="add mod">
          <ac:chgData name="Jacob Abraham" userId="41757602-551f-4302-a31e-a4d547966de1" providerId="ADAL" clId="{78CE8BE8-A8DA-4F3F-BD5A-B63F113960A6}" dt="2025-11-06T03:29:31.102" v="871" actId="14100"/>
          <ac:cxnSpMkLst>
            <pc:docMk/>
            <pc:sldMk cId="2670168251" sldId="303"/>
            <ac:cxnSpMk id="44" creationId="{C1818EA6-F923-A594-943A-BEE2F1557051}"/>
          </ac:cxnSpMkLst>
        </pc:cxnChg>
        <pc:cxnChg chg="add mod">
          <ac:chgData name="Jacob Abraham" userId="41757602-551f-4302-a31e-a4d547966de1" providerId="ADAL" clId="{78CE8BE8-A8DA-4F3F-BD5A-B63F113960A6}" dt="2025-11-06T03:29:45.511" v="874" actId="14100"/>
          <ac:cxnSpMkLst>
            <pc:docMk/>
            <pc:sldMk cId="2670168251" sldId="303"/>
            <ac:cxnSpMk id="47" creationId="{073EE220-3717-A371-3353-90AC7F069EED}"/>
          </ac:cxnSpMkLst>
        </pc:cxnChg>
        <pc:cxnChg chg="add mod">
          <ac:chgData name="Jacob Abraham" userId="41757602-551f-4302-a31e-a4d547966de1" providerId="ADAL" clId="{78CE8BE8-A8DA-4F3F-BD5A-B63F113960A6}" dt="2025-11-06T03:30:12.677" v="877" actId="14100"/>
          <ac:cxnSpMkLst>
            <pc:docMk/>
            <pc:sldMk cId="2670168251" sldId="303"/>
            <ac:cxnSpMk id="50" creationId="{193CDB35-8223-A90B-F576-A7AC9A8FF32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(Set A Version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138057" cy="1376963"/>
          </a:xfrm>
        </p:spPr>
        <p:txBody>
          <a:bodyPr anchor="t">
            <a:normAutofit/>
          </a:bodyPr>
          <a:lstStyle>
            <a:lvl1pPr algn="l">
              <a:defRPr sz="3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048" y="3429000"/>
            <a:ext cx="5138057" cy="954902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C3A2E2-6D71-4C4E-9D93-A3CD458DE801}"/>
              </a:ext>
            </a:extLst>
          </p:cNvPr>
          <p:cNvCxnSpPr>
            <a:cxnSpLocks/>
          </p:cNvCxnSpPr>
          <p:nvPr userDrawn="1"/>
        </p:nvCxnSpPr>
        <p:spPr>
          <a:xfrm>
            <a:off x="3295650" y="0"/>
            <a:ext cx="44029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23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(Set A Version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138057" cy="1376963"/>
          </a:xfrm>
        </p:spPr>
        <p:txBody>
          <a:bodyPr anchor="t">
            <a:normAutofit/>
          </a:bodyPr>
          <a:lstStyle>
            <a:lvl1pPr algn="l">
              <a:defRPr sz="3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048" y="3429000"/>
            <a:ext cx="5138057" cy="954902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C3A2E2-6D71-4C4E-9D93-A3CD458DE801}"/>
              </a:ext>
            </a:extLst>
          </p:cNvPr>
          <p:cNvCxnSpPr>
            <a:cxnSpLocks/>
          </p:cNvCxnSpPr>
          <p:nvPr userDrawn="1"/>
        </p:nvCxnSpPr>
        <p:spPr>
          <a:xfrm>
            <a:off x="3295650" y="0"/>
            <a:ext cx="44029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181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(Set B Version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138057" cy="1376963"/>
          </a:xfrm>
        </p:spPr>
        <p:txBody>
          <a:bodyPr anchor="t">
            <a:normAutofit/>
          </a:bodyPr>
          <a:lstStyle>
            <a:lvl1pPr algn="l">
              <a:defRPr sz="3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048" y="3429000"/>
            <a:ext cx="5138057" cy="954902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C3A2E2-6D71-4C4E-9D93-A3CD458DE801}"/>
              </a:ext>
            </a:extLst>
          </p:cNvPr>
          <p:cNvCxnSpPr>
            <a:cxnSpLocks/>
          </p:cNvCxnSpPr>
          <p:nvPr userDrawn="1"/>
        </p:nvCxnSpPr>
        <p:spPr>
          <a:xfrm>
            <a:off x="3295650" y="0"/>
            <a:ext cx="44029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35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(Set B Version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138057" cy="1376963"/>
          </a:xfrm>
        </p:spPr>
        <p:txBody>
          <a:bodyPr anchor="t">
            <a:normAutofit/>
          </a:bodyPr>
          <a:lstStyle>
            <a:lvl1pPr algn="l">
              <a:defRPr sz="30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048" y="3429000"/>
            <a:ext cx="5138057" cy="954902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C3A2E2-6D71-4C4E-9D93-A3CD458DE801}"/>
              </a:ext>
            </a:extLst>
          </p:cNvPr>
          <p:cNvCxnSpPr>
            <a:cxnSpLocks/>
          </p:cNvCxnSpPr>
          <p:nvPr userDrawn="1"/>
        </p:nvCxnSpPr>
        <p:spPr>
          <a:xfrm>
            <a:off x="3295650" y="0"/>
            <a:ext cx="44029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64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(Set B Version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138057" cy="1376963"/>
          </a:xfrm>
        </p:spPr>
        <p:txBody>
          <a:bodyPr anchor="t">
            <a:normAutofit/>
          </a:bodyPr>
          <a:lstStyle>
            <a:lvl1pPr algn="l">
              <a:defRPr sz="3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048" y="3429000"/>
            <a:ext cx="5138057" cy="954902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C3A2E2-6D71-4C4E-9D93-A3CD458DE801}"/>
              </a:ext>
            </a:extLst>
          </p:cNvPr>
          <p:cNvCxnSpPr>
            <a:cxnSpLocks/>
          </p:cNvCxnSpPr>
          <p:nvPr userDrawn="1"/>
        </p:nvCxnSpPr>
        <p:spPr>
          <a:xfrm>
            <a:off x="3295650" y="0"/>
            <a:ext cx="44029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68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176963"/>
            <a:ext cx="2743200" cy="365125"/>
          </a:xfrm>
        </p:spPr>
        <p:txBody>
          <a:bodyPr/>
          <a:lstStyle/>
          <a:p>
            <a:fld id="{ACCE1ACB-1639-4EB2-96A4-C7F3AE34113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176963"/>
            <a:ext cx="4114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176963"/>
            <a:ext cx="2743200" cy="365125"/>
          </a:xfrm>
        </p:spPr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446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02631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1EE033-39D8-4CB4-AEBA-A08E71D71801}"/>
              </a:ext>
            </a:extLst>
          </p:cNvPr>
          <p:cNvSpPr/>
          <p:nvPr userDrawn="1"/>
        </p:nvSpPr>
        <p:spPr>
          <a:xfrm>
            <a:off x="10165492" y="148281"/>
            <a:ext cx="1861751" cy="906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81B5F0AB-A265-4E7B-9ECF-70AF9B365F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70" b="84046"/>
          <a:stretch/>
        </p:blipFill>
        <p:spPr>
          <a:xfrm>
            <a:off x="10091350" y="2255"/>
            <a:ext cx="2100649" cy="109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22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06286"/>
            <a:ext cx="5181600" cy="4870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06286"/>
            <a:ext cx="5181600" cy="4870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185062"/>
            <a:ext cx="2743200" cy="365125"/>
          </a:xfrm>
        </p:spPr>
        <p:txBody>
          <a:bodyPr/>
          <a:lstStyle/>
          <a:p>
            <a:fld id="{ACCE1ACB-1639-4EB2-96A4-C7F3AE34113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185062"/>
            <a:ext cx="4114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185062"/>
            <a:ext cx="2743200" cy="365125"/>
          </a:xfrm>
        </p:spPr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214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06286"/>
            <a:ext cx="3193857" cy="4870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79770" y="1314385"/>
            <a:ext cx="3389994" cy="4870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185062"/>
            <a:ext cx="2743200" cy="365125"/>
          </a:xfrm>
        </p:spPr>
        <p:txBody>
          <a:bodyPr/>
          <a:lstStyle/>
          <a:p>
            <a:fld id="{ACCE1ACB-1639-4EB2-96A4-C7F3AE34113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185062"/>
            <a:ext cx="4114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185062"/>
            <a:ext cx="2743200" cy="365125"/>
          </a:xfrm>
        </p:spPr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7917477" y="1314385"/>
            <a:ext cx="3487971" cy="48706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359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5679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07112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31024"/>
            <a:ext cx="5157787" cy="40586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612" y="1307112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31024"/>
            <a:ext cx="5183188" cy="40586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1ACB-1639-4EB2-96A4-C7F3AE34113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857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1ACB-1639-4EB2-96A4-C7F3AE34113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916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1ACB-1639-4EB2-96A4-C7F3AE34113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35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"/>
            <a:ext cx="12192000" cy="68519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17241"/>
            <a:ext cx="10515600" cy="615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47255"/>
            <a:ext cx="10515600" cy="4929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1769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E1ACB-1639-4EB2-96A4-C7F3AE34113C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CCFC6-E01F-449E-8786-0EC97C6F0CBB}"/>
              </a:ext>
            </a:extLst>
          </p:cNvPr>
          <p:cNvSpPr/>
          <p:nvPr userDrawn="1"/>
        </p:nvSpPr>
        <p:spPr>
          <a:xfrm>
            <a:off x="10165492" y="148281"/>
            <a:ext cx="1771135" cy="9473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1769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EC9EE-D65A-4462-8589-E232B55967A2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38EFAD9F-C271-4F7E-8DEF-E51F99B7D6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70" b="84046"/>
          <a:stretch/>
        </p:blipFill>
        <p:spPr>
          <a:xfrm>
            <a:off x="10091350" y="2255"/>
            <a:ext cx="2100649" cy="109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408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70" r:id="rId3"/>
    <p:sldLayoutId id="2147483671" r:id="rId4"/>
    <p:sldLayoutId id="2147483672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C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en.cppreference.com/w/" TargetMode="External"/><Relationship Id="rId4" Type="http://schemas.openxmlformats.org/officeDocument/2006/relationships/hyperlink" Target="https://learn.microsoft.com/en-us/cpp/c-runtime-library/reference/scanf-s-scanf-s-l-wscanf-s-wscanf-s-l?view=msvc-17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ADADC-D650-4DC2-AADE-4DDC39555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048" y="1636927"/>
            <a:ext cx="5656497" cy="1567667"/>
          </a:xfrm>
        </p:spPr>
        <p:txBody>
          <a:bodyPr>
            <a:normAutofit fontScale="90000"/>
          </a:bodyPr>
          <a:lstStyle/>
          <a:p>
            <a:r>
              <a:rPr lang="en-GB" dirty="0"/>
              <a:t>INF1002</a:t>
            </a:r>
            <a:br>
              <a:rPr lang="en-GB" dirty="0"/>
            </a:br>
            <a:r>
              <a:rPr lang="en-GB" dirty="0"/>
              <a:t>Programming Fundamentals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(AY2025-T1)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C154C8-5D52-4A71-9134-31C48E1AF9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 – Lab3</a:t>
            </a:r>
          </a:p>
          <a:p>
            <a:r>
              <a:rPr lang="en-GB" dirty="0"/>
              <a:t>7-Nov-2025 (Week 10)</a:t>
            </a:r>
          </a:p>
        </p:txBody>
      </p:sp>
    </p:spTree>
    <p:extLst>
      <p:ext uri="{BB962C8B-B14F-4D97-AF65-F5344CB8AC3E}">
        <p14:creationId xmlns:p14="http://schemas.microsoft.com/office/powerpoint/2010/main" val="1359157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0F4B2-20DB-447F-ABCF-78698C2BE53A}"/>
              </a:ext>
            </a:extLst>
          </p:cNvPr>
          <p:cNvSpPr txBox="1"/>
          <p:nvPr/>
        </p:nvSpPr>
        <p:spPr>
          <a:xfrm>
            <a:off x="838200" y="1748481"/>
            <a:ext cx="534558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Warmup Lab3: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EXE_1: POINTER SYNTAX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EXE_2: POINTER BASICS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D0E01E-353D-24AE-0425-F1AF1C5781FD}"/>
              </a:ext>
            </a:extLst>
          </p:cNvPr>
          <p:cNvSpPr/>
          <p:nvPr/>
        </p:nvSpPr>
        <p:spPr>
          <a:xfrm>
            <a:off x="8041339" y="1933148"/>
            <a:ext cx="3387437" cy="8309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C00000"/>
                </a:solidFill>
                <a:effectLst/>
              </a:rPr>
              <a:t>Not required to submit. </a:t>
            </a:r>
          </a:p>
          <a:p>
            <a:pPr algn="ctr"/>
            <a:r>
              <a:rPr lang="en-US" sz="2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C00000"/>
                </a:solidFill>
                <a:effectLst/>
              </a:rPr>
              <a:t>Practice for quiz.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34242E-B8C5-6737-6CDC-A1A9680B823A}"/>
              </a:ext>
            </a:extLst>
          </p:cNvPr>
          <p:cNvSpPr/>
          <p:nvPr/>
        </p:nvSpPr>
        <p:spPr>
          <a:xfrm>
            <a:off x="7649006" y="4343827"/>
            <a:ext cx="4234877" cy="8309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C00000"/>
                </a:solidFill>
              </a:rPr>
              <a:t>Gradescope S</a:t>
            </a:r>
            <a:r>
              <a:rPr lang="en-US" sz="2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C00000"/>
                </a:solidFill>
                <a:effectLst/>
              </a:rPr>
              <a:t>ubmission due</a:t>
            </a:r>
          </a:p>
          <a:p>
            <a:r>
              <a:rPr lang="en-SG" sz="2400" b="0" i="0" dirty="0">
                <a:solidFill>
                  <a:srgbClr val="212529"/>
                </a:solidFill>
                <a:effectLst/>
                <a:latin typeface="-apple-system"/>
              </a:rPr>
              <a:t>Thursday, 13-Nov-2025 23:59:00</a:t>
            </a:r>
            <a:endParaRPr lang="en-US" sz="2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AA6D6E-91AB-7DB7-E4A7-8C4F9BDA01AF}"/>
              </a:ext>
            </a:extLst>
          </p:cNvPr>
          <p:cNvSpPr txBox="1"/>
          <p:nvPr/>
        </p:nvSpPr>
        <p:spPr>
          <a:xfrm>
            <a:off x="838200" y="4343826"/>
            <a:ext cx="534558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Gradescope</a:t>
            </a:r>
            <a:r>
              <a:rPr lang="en-US" sz="2400" dirty="0"/>
              <a:t> Lab3 Task: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DengXian" panose="02010600030101010101" pitchFamily="2" charset="-122"/>
                <a:cs typeface="Times New Roman" panose="02020603050405020304" pitchFamily="18" charset="0"/>
              </a:rPr>
              <a:t>GUESS WORD</a:t>
            </a:r>
          </a:p>
        </p:txBody>
      </p:sp>
    </p:spTree>
    <p:extLst>
      <p:ext uri="{BB962C8B-B14F-4D97-AF65-F5344CB8AC3E}">
        <p14:creationId xmlns:p14="http://schemas.microsoft.com/office/powerpoint/2010/main" val="3911185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1F220-A2CB-046E-E7FA-EDF44B4E6186}"/>
              </a:ext>
            </a:extLst>
          </p:cNvPr>
          <p:cNvSpPr txBox="1"/>
          <p:nvPr/>
        </p:nvSpPr>
        <p:spPr>
          <a:xfrm>
            <a:off x="838200" y="1040221"/>
            <a:ext cx="8599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 Lab2 - Feedback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882248-419E-292B-4387-6F10517D4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59" y="1131777"/>
            <a:ext cx="4805354" cy="4153002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F677A6-B99A-7E30-4A3F-7E2BA93A34D8}"/>
              </a:ext>
            </a:extLst>
          </p:cNvPr>
          <p:cNvSpPr txBox="1"/>
          <p:nvPr/>
        </p:nvSpPr>
        <p:spPr>
          <a:xfrm>
            <a:off x="6786059" y="5352199"/>
            <a:ext cx="4176350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Compiled and created  “exe“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But “exe” is not executable!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main() in main()?</a:t>
            </a:r>
            <a:endParaRPr lang="en-SG" sz="2400" dirty="0">
              <a:solidFill>
                <a:srgbClr val="C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CFA387-C355-210F-DBA7-4710AC3E6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887" y="1920773"/>
            <a:ext cx="2812340" cy="257501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C87439-730E-493F-3AF8-42817509B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266" y="1501886"/>
            <a:ext cx="2301439" cy="4892464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4176912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F4145-5071-E465-2582-B9441264E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341EE03-7C31-4E0D-A6BE-A7CDB77EB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E54106-1B38-128B-D153-D5C5EC3AAFF0}"/>
              </a:ext>
            </a:extLst>
          </p:cNvPr>
          <p:cNvSpPr txBox="1"/>
          <p:nvPr/>
        </p:nvSpPr>
        <p:spPr>
          <a:xfrm>
            <a:off x="838200" y="1040221"/>
            <a:ext cx="8599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 Lab2 - Feedback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AA707E-FBAC-C2FA-5B2F-B398126E0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495" y="1492568"/>
            <a:ext cx="6604787" cy="461665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79D654-E6F9-B243-4476-C55B67E16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06" y="1684501"/>
            <a:ext cx="3074357" cy="4480925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7A9F45-0ACD-8988-A64F-AD244A58F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2726" y="2151965"/>
            <a:ext cx="2455009" cy="356111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8AFCF7B-A7B6-1D27-A23F-A159877424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8498" y="2161814"/>
            <a:ext cx="6077692" cy="3252978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9FD5A04-2F52-8617-EA89-4D59F74EA719}"/>
              </a:ext>
            </a:extLst>
          </p:cNvPr>
          <p:cNvSpPr txBox="1"/>
          <p:nvPr/>
        </p:nvSpPr>
        <p:spPr>
          <a:xfrm>
            <a:off x="7457802" y="5817779"/>
            <a:ext cx="278017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1-based index?</a:t>
            </a:r>
            <a:endParaRPr lang="en-SG" sz="2400" dirty="0">
              <a:solidFill>
                <a:srgbClr val="C0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ACCA22A-9741-7BDE-7446-E43F695B953C}"/>
              </a:ext>
            </a:extLst>
          </p:cNvPr>
          <p:cNvCxnSpPr>
            <a:stCxn id="17" idx="0"/>
          </p:cNvCxnSpPr>
          <p:nvPr/>
        </p:nvCxnSpPr>
        <p:spPr>
          <a:xfrm flipV="1">
            <a:off x="8847888" y="4634345"/>
            <a:ext cx="590026" cy="1183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077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8445A-1FC1-43BA-0771-8BF4EF918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6329FBF-745E-5363-F839-F0617120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E900AB-3A63-0403-0561-217830F20417}"/>
              </a:ext>
            </a:extLst>
          </p:cNvPr>
          <p:cNvSpPr txBox="1"/>
          <p:nvPr/>
        </p:nvSpPr>
        <p:spPr>
          <a:xfrm>
            <a:off x="838200" y="1040221"/>
            <a:ext cx="8599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 Lab2 - Feedback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3B999A-24ED-AC96-8F42-475E64AFA921}"/>
              </a:ext>
            </a:extLst>
          </p:cNvPr>
          <p:cNvSpPr txBox="1"/>
          <p:nvPr/>
        </p:nvSpPr>
        <p:spPr>
          <a:xfrm>
            <a:off x="7320201" y="5986499"/>
            <a:ext cx="33903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print requirements?</a:t>
            </a:r>
            <a:endParaRPr lang="en-SG" sz="2400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3408E5-C475-A355-F3F2-35B9D7F18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609" y="1693925"/>
            <a:ext cx="2333827" cy="238549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B084E5-0791-A751-F787-EF507035A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44" y="1579744"/>
            <a:ext cx="4534293" cy="4839119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E633B9-BD65-C02B-A411-CFD840F2D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110" y="4271462"/>
            <a:ext cx="7255955" cy="1438117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703264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C0B42-DB56-E662-F0A3-483B9DF32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0E39AA-41D6-7C1A-8BE2-F97A91EAF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1169D1-F77E-1BA6-2418-D8A88D44F986}"/>
              </a:ext>
            </a:extLst>
          </p:cNvPr>
          <p:cNvSpPr txBox="1"/>
          <p:nvPr/>
        </p:nvSpPr>
        <p:spPr>
          <a:xfrm>
            <a:off x="838200" y="1040221"/>
            <a:ext cx="8599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 Lab2 - Feedback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C70BB7-56F4-F77D-67D3-354C6FEC913C}"/>
              </a:ext>
            </a:extLst>
          </p:cNvPr>
          <p:cNvSpPr txBox="1"/>
          <p:nvPr/>
        </p:nvSpPr>
        <p:spPr>
          <a:xfrm>
            <a:off x="6962063" y="5817779"/>
            <a:ext cx="4951701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Not reading the program requirements!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Not following the examples!</a:t>
            </a:r>
            <a:endParaRPr lang="en-SG" sz="2000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01A22C-419F-9D1C-48CD-64B3C4150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1" y="1413730"/>
            <a:ext cx="11390648" cy="1853687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E6F17E-0B91-F6F3-8B18-06E964096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53" y="3429000"/>
            <a:ext cx="6467373" cy="2815937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99C48B-EFB6-50A8-973C-3595AF6B6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226" y="3441836"/>
            <a:ext cx="5593773" cy="297202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885342-7DD2-33F8-5699-5F3D445BE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19" y="3837704"/>
            <a:ext cx="3583183" cy="1606566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2422959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955F6-4CF2-ADC1-6B1E-3821E71C0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E4FABB-AB59-4125-C9DA-F785DBA4F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7D6D9E-29E1-88E1-EE88-773662CAB016}"/>
              </a:ext>
            </a:extLst>
          </p:cNvPr>
          <p:cNvSpPr txBox="1"/>
          <p:nvPr/>
        </p:nvSpPr>
        <p:spPr>
          <a:xfrm>
            <a:off x="838200" y="1040221"/>
            <a:ext cx="8599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 Lab2 - Feedback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509B60-0918-DC18-09C5-28B747575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81" y="1040221"/>
            <a:ext cx="2896515" cy="53016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0E4029-A873-6EDE-370D-4EAF99269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365" y="1350988"/>
            <a:ext cx="2771824" cy="34363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821484B-64EC-64EC-3DF3-4D0CE29BD1C5}"/>
              </a:ext>
            </a:extLst>
          </p:cNvPr>
          <p:cNvSpPr txBox="1"/>
          <p:nvPr/>
        </p:nvSpPr>
        <p:spPr>
          <a:xfrm>
            <a:off x="7148820" y="5356114"/>
            <a:ext cx="403359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All 10 Test cases: “No match”!</a:t>
            </a:r>
            <a:endParaRPr lang="en-SG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985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F249-C0AF-E76D-2E61-2AABCC01F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85C081-4A7F-8A68-E72F-08E189861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082784-3C2C-457A-062A-0557DEBC556B}"/>
              </a:ext>
            </a:extLst>
          </p:cNvPr>
          <p:cNvSpPr txBox="1"/>
          <p:nvPr/>
        </p:nvSpPr>
        <p:spPr>
          <a:xfrm>
            <a:off x="8520532" y="5555543"/>
            <a:ext cx="3404767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Syntax for </a:t>
            </a:r>
            <a:r>
              <a:rPr lang="en-US" sz="2400" dirty="0" err="1">
                <a:solidFill>
                  <a:srgbClr val="C00000"/>
                </a:solidFill>
              </a:rPr>
              <a:t>scanf</a:t>
            </a:r>
            <a:r>
              <a:rPr lang="en-US" sz="2400" dirty="0">
                <a:solidFill>
                  <a:srgbClr val="C00000"/>
                </a:solidFill>
              </a:rPr>
              <a:t>()?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‘grep’ code?</a:t>
            </a:r>
            <a:endParaRPr lang="en-SG" sz="2400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B4CF91-C48E-D875-B88B-BE3AEFADE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933062"/>
            <a:ext cx="5011882" cy="52771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DF156C-B68A-24D2-BD44-86070DD09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459" y="5443626"/>
            <a:ext cx="3252402" cy="105483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583BC7-3B76-E010-FF2B-0574AA214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224" y="1068808"/>
            <a:ext cx="4031124" cy="47776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1D6DD9F-F7B5-334D-7473-7022A63ECD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469" y="2708379"/>
            <a:ext cx="3837135" cy="376772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7E42825-9CE5-3397-37CD-EE9FC23FF9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2224" y="1965007"/>
            <a:ext cx="3660490" cy="419218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D4CFF5B-EAC4-CFD9-E609-E84C911476FC}"/>
              </a:ext>
            </a:extLst>
          </p:cNvPr>
          <p:cNvSpPr/>
          <p:nvPr/>
        </p:nvSpPr>
        <p:spPr>
          <a:xfrm>
            <a:off x="266700" y="1402774"/>
            <a:ext cx="5011882" cy="40127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2629430-1510-C27C-FC53-1D362824B5B1}"/>
              </a:ext>
            </a:extLst>
          </p:cNvPr>
          <p:cNvSpPr/>
          <p:nvPr/>
        </p:nvSpPr>
        <p:spPr>
          <a:xfrm>
            <a:off x="266700" y="2018595"/>
            <a:ext cx="5011882" cy="40127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8631DE-2CC7-F620-3D0D-CFCE32AADBBA}"/>
              </a:ext>
            </a:extLst>
          </p:cNvPr>
          <p:cNvSpPr/>
          <p:nvPr/>
        </p:nvSpPr>
        <p:spPr>
          <a:xfrm>
            <a:off x="266700" y="2653523"/>
            <a:ext cx="5011882" cy="40127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C5F3C5F-F9A4-D06F-5AD1-226DD59AE7D6}"/>
              </a:ext>
            </a:extLst>
          </p:cNvPr>
          <p:cNvSpPr/>
          <p:nvPr/>
        </p:nvSpPr>
        <p:spPr>
          <a:xfrm>
            <a:off x="266700" y="4102097"/>
            <a:ext cx="3463636" cy="71426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F7B15FC-CB44-2E6D-3D75-78A5B1B30D6C}"/>
              </a:ext>
            </a:extLst>
          </p:cNvPr>
          <p:cNvGrpSpPr/>
          <p:nvPr/>
        </p:nvGrpSpPr>
        <p:grpSpPr>
          <a:xfrm>
            <a:off x="6394266" y="3321887"/>
            <a:ext cx="5191598" cy="1906557"/>
            <a:chOff x="6394266" y="3321887"/>
            <a:chExt cx="5191598" cy="1906557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7163BC4-38B8-774F-0538-D5BC894EFC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38667" y="3935396"/>
              <a:ext cx="2310148" cy="265769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2E354DA-9D05-54EF-F496-85E7B6040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94266" y="3333837"/>
              <a:ext cx="929721" cy="1828958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FD094A3-FCBF-CD6B-93E6-593FC2F2C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755542" y="3491307"/>
              <a:ext cx="1416856" cy="1336467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EC510E8-667D-D6ED-9F97-768650AD1581}"/>
                </a:ext>
              </a:extLst>
            </p:cNvPr>
            <p:cNvSpPr/>
            <p:nvPr/>
          </p:nvSpPr>
          <p:spPr>
            <a:xfrm>
              <a:off x="6394266" y="3321887"/>
              <a:ext cx="5191598" cy="190655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569EE346-1371-5150-26C1-B7CE232F44A7}"/>
              </a:ext>
            </a:extLst>
          </p:cNvPr>
          <p:cNvSpPr/>
          <p:nvPr/>
        </p:nvSpPr>
        <p:spPr>
          <a:xfrm>
            <a:off x="649949" y="5351318"/>
            <a:ext cx="3463636" cy="2597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9675F6A-A761-2F08-7A3C-7D1C27BA6C6C}"/>
              </a:ext>
            </a:extLst>
          </p:cNvPr>
          <p:cNvCxnSpPr>
            <a:stCxn id="30" idx="3"/>
            <a:endCxn id="13" idx="1"/>
          </p:cNvCxnSpPr>
          <p:nvPr/>
        </p:nvCxnSpPr>
        <p:spPr>
          <a:xfrm flipV="1">
            <a:off x="5278582" y="1307690"/>
            <a:ext cx="1133642" cy="29572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0050337-F233-07D5-C711-5E2791BF3BEF}"/>
              </a:ext>
            </a:extLst>
          </p:cNvPr>
          <p:cNvCxnSpPr>
            <a:cxnSpLocks/>
            <a:stCxn id="31" idx="3"/>
            <a:endCxn id="23" idx="1"/>
          </p:cNvCxnSpPr>
          <p:nvPr/>
        </p:nvCxnSpPr>
        <p:spPr>
          <a:xfrm flipV="1">
            <a:off x="5278582" y="2174616"/>
            <a:ext cx="1133642" cy="446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1818EA6-F923-A594-943A-BEE2F1557051}"/>
              </a:ext>
            </a:extLst>
          </p:cNvPr>
          <p:cNvCxnSpPr>
            <a:cxnSpLocks/>
            <a:stCxn id="32" idx="3"/>
            <a:endCxn id="21" idx="1"/>
          </p:cNvCxnSpPr>
          <p:nvPr/>
        </p:nvCxnSpPr>
        <p:spPr>
          <a:xfrm>
            <a:off x="5278582" y="2854162"/>
            <a:ext cx="1126887" cy="4260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73EE220-3717-A371-3353-90AC7F069EED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 flipV="1">
            <a:off x="3730336" y="4275166"/>
            <a:ext cx="2663930" cy="1840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93CDB35-8223-A90B-F576-A7AC9A8FF321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327564" y="5611091"/>
            <a:ext cx="2108895" cy="3599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168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8CA8-17FD-5C7A-FB8E-9D5FCC623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2FBB1B5-5429-98DE-A2C0-3870AC62C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F7143-A7B3-7129-8C66-124D987361DF}"/>
              </a:ext>
            </a:extLst>
          </p:cNvPr>
          <p:cNvSpPr txBox="1"/>
          <p:nvPr/>
        </p:nvSpPr>
        <p:spPr>
          <a:xfrm>
            <a:off x="838200" y="1040221"/>
            <a:ext cx="8599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Variable declaration and initialization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A6C70F-2680-8BC7-63A5-FB17D0C3B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26" y="2560320"/>
            <a:ext cx="4837113" cy="1986513"/>
          </a:xfrm>
          <a:prstGeom prst="rect">
            <a:avLst/>
          </a:prstGeom>
          <a:ln>
            <a:solidFill>
              <a:srgbClr val="C00000"/>
            </a:solidFill>
          </a:ln>
        </p:spPr>
      </p:pic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33B75E04-17B8-8FA3-74D6-46AB3D6C93BB}"/>
              </a:ext>
            </a:extLst>
          </p:cNvPr>
          <p:cNvGraphicFramePr>
            <a:graphicFrameLocks noGrp="1"/>
          </p:cNvGraphicFramePr>
          <p:nvPr/>
        </p:nvGraphicFramePr>
        <p:xfrm>
          <a:off x="4971496" y="1395726"/>
          <a:ext cx="7176117" cy="4066548"/>
        </p:xfrm>
        <a:graphic>
          <a:graphicData uri="http://schemas.openxmlformats.org/drawingml/2006/table">
            <a:tbl>
              <a:tblPr firstRow="1" bandRow="1"/>
              <a:tblGrid>
                <a:gridCol w="2565721">
                  <a:extLst>
                    <a:ext uri="{9D8B030D-6E8A-4147-A177-3AD203B41FA5}">
                      <a16:colId xmlns:a16="http://schemas.microsoft.com/office/drawing/2014/main" val="2668085784"/>
                    </a:ext>
                  </a:extLst>
                </a:gridCol>
                <a:gridCol w="2218357">
                  <a:extLst>
                    <a:ext uri="{9D8B030D-6E8A-4147-A177-3AD203B41FA5}">
                      <a16:colId xmlns:a16="http://schemas.microsoft.com/office/drawing/2014/main" val="2928834048"/>
                    </a:ext>
                  </a:extLst>
                </a:gridCol>
                <a:gridCol w="2392039">
                  <a:extLst>
                    <a:ext uri="{9D8B030D-6E8A-4147-A177-3AD203B41FA5}">
                      <a16:colId xmlns:a16="http://schemas.microsoft.com/office/drawing/2014/main" val="167348532"/>
                    </a:ext>
                  </a:extLst>
                </a:gridCol>
              </a:tblGrid>
              <a:tr h="4197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US" sz="1600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Python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161175"/>
                  </a:ext>
                </a:extLst>
              </a:tr>
              <a:tr h="188786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/>
                        <a:t>Variable </a:t>
                      </a:r>
                      <a:r>
                        <a:rPr lang="en-US" sz="1600" b="1" dirty="0"/>
                        <a:t>Declaration</a:t>
                      </a:r>
                      <a:r>
                        <a:rPr lang="en-US" sz="1600" dirty="0"/>
                        <a:t> (aka introduction)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 no command for declaring a variable.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variable is created the moment a value is assigned to it.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 = 20</a:t>
                      </a:r>
                      <a:endParaRPr lang="en-US" sz="16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/>
                        <a:t>Declared by a data type and a name</a:t>
                      </a:r>
                    </a:p>
                    <a:p>
                      <a:endParaRPr lang="en-US" sz="1600" dirty="0"/>
                    </a:p>
                    <a:p>
                      <a:r>
                        <a:rPr lang="en-US" sz="1600" dirty="0"/>
                        <a:t>Ex:</a:t>
                      </a:r>
                    </a:p>
                    <a:p>
                      <a:r>
                        <a:rPr lang="en-US" sz="1600" dirty="0"/>
                        <a:t>int age;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(variable </a:t>
                      </a:r>
                      <a:r>
                        <a:rPr lang="en-US" sz="1600" i="1" dirty="0"/>
                        <a:t>age</a:t>
                      </a:r>
                      <a:r>
                        <a:rPr lang="en-US" sz="1600" dirty="0"/>
                        <a:t> holds random value)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457885"/>
                  </a:ext>
                </a:extLst>
              </a:tr>
              <a:tr h="88493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/>
                        <a:t>Variable </a:t>
                      </a:r>
                      <a:r>
                        <a:rPr lang="en-US" sz="1600" b="1" dirty="0"/>
                        <a:t>Initialization</a:t>
                      </a:r>
                      <a:r>
                        <a:rPr lang="en-US" sz="1600" dirty="0"/>
                        <a:t> (aka definition)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lang="en-US" sz="1600" dirty="0"/>
                    </a:p>
                    <a:p>
                      <a:r>
                        <a:rPr lang="en-US" sz="1600" dirty="0"/>
                        <a:t>Ex:</a:t>
                      </a:r>
                    </a:p>
                    <a:p>
                      <a:r>
                        <a:rPr lang="en-US" sz="1600" dirty="0"/>
                        <a:t>age = 20;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808832"/>
                  </a:ext>
                </a:extLst>
              </a:tr>
              <a:tr h="8740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/>
                        <a:t>Variable </a:t>
                      </a:r>
                      <a:r>
                        <a:rPr lang="en-US" sz="1600" b="1" dirty="0"/>
                        <a:t>Declaration</a:t>
                      </a:r>
                      <a:r>
                        <a:rPr lang="en-US" sz="1600" dirty="0"/>
                        <a:t> and </a:t>
                      </a:r>
                      <a:r>
                        <a:rPr lang="en-US" sz="1600" b="1" dirty="0"/>
                        <a:t>initialization </a:t>
                      </a:r>
                      <a:r>
                        <a:rPr lang="en-US" sz="1600" b="0" dirty="0"/>
                        <a:t>at the same time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/>
                        <a:t>Ex:</a:t>
                      </a:r>
                    </a:p>
                    <a:p>
                      <a:r>
                        <a:rPr lang="en-US" sz="1600" dirty="0"/>
                        <a:t>int age = 20;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574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5255985-1818-B573-4F66-61C0ED55A50D}"/>
              </a:ext>
            </a:extLst>
          </p:cNvPr>
          <p:cNvSpPr txBox="1"/>
          <p:nvPr/>
        </p:nvSpPr>
        <p:spPr>
          <a:xfrm>
            <a:off x="4971496" y="5495290"/>
            <a:ext cx="7193409" cy="1077218"/>
          </a:xfrm>
          <a:prstGeom prst="rect">
            <a:avLst/>
          </a:prstGeom>
          <a:solidFill>
            <a:srgbClr val="ED7D31">
              <a:lumMod val="60000"/>
              <a:lumOff val="40000"/>
            </a:srgbClr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In C and C++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</a:rPr>
              <a:t>: 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Local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</a:rPr>
              <a:t> variables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aren't initialized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</a:rPr>
              <a:t>by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default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</a:rPr>
              <a:t>.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Uninitialized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</a:rPr>
              <a:t> variables can contain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any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value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</a:rPr>
              <a:t>, and their use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leads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</a:rPr>
              <a:t> to 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undefined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behavior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Global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and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static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variables are initialized to their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default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values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62826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1F220-A2CB-046E-E7FA-EDF44B4E6186}"/>
              </a:ext>
            </a:extLst>
          </p:cNvPr>
          <p:cNvSpPr txBox="1"/>
          <p:nvPr/>
        </p:nvSpPr>
        <p:spPr>
          <a:xfrm>
            <a:off x="838200" y="1040221"/>
            <a:ext cx="2848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Warnings and Errors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DE166D-937C-D87C-4149-E5A3DA545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15" y="1501887"/>
            <a:ext cx="3930725" cy="4192774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4B60A3-3883-614A-30DE-961F3AF9D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039" y="1533364"/>
            <a:ext cx="7629168" cy="1271528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351338-EA5E-C95F-7B83-F10ABD267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8989" y="4989064"/>
            <a:ext cx="2690831" cy="887975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B27F69-D1EA-875B-C48F-D01E631390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6039" y="5129647"/>
            <a:ext cx="3601697" cy="60680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F828FB-1B94-234F-C1B4-AE5E7ECB4D57}"/>
              </a:ext>
            </a:extLst>
          </p:cNvPr>
          <p:cNvSpPr txBox="1"/>
          <p:nvPr/>
        </p:nvSpPr>
        <p:spPr>
          <a:xfrm>
            <a:off x="8062135" y="5171440"/>
            <a:ext cx="8568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masis MT Pro Black" panose="02040A04050005020304" pitchFamily="18" charset="0"/>
              </a:rPr>
              <a:t>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724ABD-4583-C3C7-88D1-145D07F45345}"/>
              </a:ext>
            </a:extLst>
          </p:cNvPr>
          <p:cNvSpPr txBox="1"/>
          <p:nvPr/>
        </p:nvSpPr>
        <p:spPr>
          <a:xfrm>
            <a:off x="9463255" y="5915149"/>
            <a:ext cx="1602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ighlight>
                  <a:srgbClr val="00FF00"/>
                </a:highlight>
              </a:rPr>
              <a:t>CRT means C Run Time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9E7B19-22BF-9FEA-9FD1-91EF6722E297}"/>
              </a:ext>
            </a:extLst>
          </p:cNvPr>
          <p:cNvSpPr txBox="1"/>
          <p:nvPr/>
        </p:nvSpPr>
        <p:spPr>
          <a:xfrm>
            <a:off x="4336039" y="3350516"/>
            <a:ext cx="7629168" cy="132343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Compiler </a:t>
            </a:r>
            <a:r>
              <a:rPr lang="en-US" sz="1600" dirty="0">
                <a:solidFill>
                  <a:srgbClr val="C00000"/>
                </a:solidFill>
              </a:rPr>
              <a:t>warnings</a:t>
            </a:r>
          </a:p>
          <a:p>
            <a:r>
              <a:rPr lang="en-US" sz="1600" dirty="0"/>
              <a:t>	Indicate code that is </a:t>
            </a:r>
            <a:r>
              <a:rPr lang="en-US" sz="1600" dirty="0">
                <a:solidFill>
                  <a:srgbClr val="C00000"/>
                </a:solidFill>
              </a:rPr>
              <a:t>syntactically correct</a:t>
            </a:r>
            <a:r>
              <a:rPr lang="en-US" sz="1600" dirty="0"/>
              <a:t> but is likely to lead to run time errors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Avoid </a:t>
            </a:r>
            <a:r>
              <a:rPr lang="en-US" sz="1600" dirty="0">
                <a:solidFill>
                  <a:srgbClr val="C00000"/>
                </a:solidFill>
              </a:rPr>
              <a:t>system specific features</a:t>
            </a:r>
          </a:p>
          <a:p>
            <a:r>
              <a:rPr lang="en-US" sz="1600" dirty="0"/>
              <a:t>	Code that works on many systems without modification is called </a:t>
            </a:r>
            <a:r>
              <a:rPr lang="en-US" sz="1600" b="1" dirty="0">
                <a:solidFill>
                  <a:srgbClr val="C00000"/>
                </a:solidFill>
                <a:highlight>
                  <a:srgbClr val="FFFF00"/>
                </a:highlight>
              </a:rPr>
              <a:t>portable</a:t>
            </a:r>
            <a:endParaRPr lang="en-SG" sz="1600" b="1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40538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1F220-A2CB-046E-E7FA-EDF44B4E6186}"/>
              </a:ext>
            </a:extLst>
          </p:cNvPr>
          <p:cNvSpPr txBox="1"/>
          <p:nvPr/>
        </p:nvSpPr>
        <p:spPr>
          <a:xfrm>
            <a:off x="838200" y="1040221"/>
            <a:ext cx="7374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Check Function prototypes and header files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4D6B52-F9FC-F77B-F146-83A191D0EAAC}"/>
              </a:ext>
            </a:extLst>
          </p:cNvPr>
          <p:cNvSpPr txBox="1"/>
          <p:nvPr/>
        </p:nvSpPr>
        <p:spPr>
          <a:xfrm>
            <a:off x="1151996" y="1566095"/>
            <a:ext cx="33735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How: Click the function name to get a context menu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26DCC4-03E1-82D2-17C3-3D2B9EA50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63" y="1843094"/>
            <a:ext cx="4313691" cy="4649339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5E7648C-4AC8-4446-400E-0B0337B73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157" y="1855271"/>
            <a:ext cx="6011101" cy="3052882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9054C9-5A45-2E2D-5F9D-61238B9755B3}"/>
              </a:ext>
            </a:extLst>
          </p:cNvPr>
          <p:cNvSpPr txBox="1"/>
          <p:nvPr/>
        </p:nvSpPr>
        <p:spPr>
          <a:xfrm>
            <a:off x="6096000" y="4908153"/>
            <a:ext cx="50177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dirty="0"/>
              <a:t>Note: There dots allow zero to multiple arguments to be passed when the function is called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E362B9-EF5C-1120-AB4B-59DD85BB841F}"/>
              </a:ext>
            </a:extLst>
          </p:cNvPr>
          <p:cNvSpPr txBox="1"/>
          <p:nvPr/>
        </p:nvSpPr>
        <p:spPr>
          <a:xfrm>
            <a:off x="5868562" y="5556169"/>
            <a:ext cx="5602108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https://learn.microsoft.com/en-us/cpp/c-runtime-library/reference/scanf-s-scanf-s-l-wscanf-s-wscanf-s-l?view=msvc-170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433014-8256-9F68-184A-8AF9DEABBF0A}"/>
              </a:ext>
            </a:extLst>
          </p:cNvPr>
          <p:cNvSpPr txBox="1"/>
          <p:nvPr/>
        </p:nvSpPr>
        <p:spPr>
          <a:xfrm>
            <a:off x="5868562" y="6184656"/>
            <a:ext cx="468852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hlinkClick r:id="rId5"/>
              </a:rPr>
              <a:t>https://en.cppreference.com/w/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94497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1F220-A2CB-046E-E7FA-EDF44B4E6186}"/>
              </a:ext>
            </a:extLst>
          </p:cNvPr>
          <p:cNvSpPr txBox="1"/>
          <p:nvPr/>
        </p:nvSpPr>
        <p:spPr>
          <a:xfrm>
            <a:off x="838200" y="1040221"/>
            <a:ext cx="7374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scanf()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EF4310-5AA8-1FAD-FCE8-145AB0BB04CB}"/>
              </a:ext>
            </a:extLst>
          </p:cNvPr>
          <p:cNvSpPr txBox="1"/>
          <p:nvPr/>
        </p:nvSpPr>
        <p:spPr>
          <a:xfrm>
            <a:off x="838200" y="1501885"/>
            <a:ext cx="5114794" cy="329320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Reads from the </a:t>
            </a:r>
            <a:r>
              <a:rPr lang="en-US" sz="1600" dirty="0">
                <a:solidFill>
                  <a:srgbClr val="C00000"/>
                </a:solidFill>
              </a:rPr>
              <a:t>standard input (stdin)</a:t>
            </a:r>
            <a:r>
              <a:rPr lang="en-US" sz="1600" dirty="0"/>
              <a:t>, which is  usually the </a:t>
            </a:r>
            <a:r>
              <a:rPr lang="en-US" sz="1600" dirty="0">
                <a:solidFill>
                  <a:srgbClr val="C00000"/>
                </a:solidFill>
              </a:rPr>
              <a:t>keyboard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Keeps</a:t>
            </a:r>
            <a:r>
              <a:rPr lang="en-US" sz="1600" dirty="0"/>
              <a:t> in </a:t>
            </a:r>
            <a:r>
              <a:rPr lang="en-US" sz="1600" dirty="0">
                <a:solidFill>
                  <a:srgbClr val="C00000"/>
                </a:solidFill>
              </a:rPr>
              <a:t>stdin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C00000"/>
                </a:solidFill>
              </a:rPr>
              <a:t>what</a:t>
            </a:r>
            <a:r>
              <a:rPr lang="en-US" sz="1600" dirty="0"/>
              <a:t> it has not </a:t>
            </a:r>
            <a:r>
              <a:rPr lang="en-US" sz="1600" dirty="0">
                <a:solidFill>
                  <a:srgbClr val="C00000"/>
                </a:solidFill>
              </a:rPr>
              <a:t>consumed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Can have </a:t>
            </a:r>
            <a:r>
              <a:rPr lang="en-US" sz="1600" dirty="0">
                <a:solidFill>
                  <a:srgbClr val="C00000"/>
                </a:solidFill>
              </a:rPr>
              <a:t>side effects </a:t>
            </a:r>
            <a:r>
              <a:rPr lang="en-US" sz="1600" dirty="0"/>
              <a:t>when reading </a:t>
            </a:r>
            <a:r>
              <a:rPr lang="en-US" sz="1600" dirty="0">
                <a:solidFill>
                  <a:srgbClr val="C00000"/>
                </a:solidFill>
              </a:rPr>
              <a:t>more than one </a:t>
            </a:r>
            <a:r>
              <a:rPr lang="en-US" sz="1600" dirty="0"/>
              <a:t>variable due to "</a:t>
            </a:r>
            <a:r>
              <a:rPr lang="en-US" sz="1600" dirty="0">
                <a:solidFill>
                  <a:srgbClr val="C00000"/>
                </a:solidFill>
              </a:rPr>
              <a:t>leftovers</a:t>
            </a:r>
            <a:r>
              <a:rPr lang="en-US" sz="1600" dirty="0"/>
              <a:t>" in stdin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Has </a:t>
            </a:r>
            <a:r>
              <a:rPr lang="en-US" sz="1600" dirty="0">
                <a:solidFill>
                  <a:srgbClr val="C00000"/>
                </a:solidFill>
              </a:rPr>
              <a:t>no range checking </a:t>
            </a:r>
            <a:r>
              <a:rPr lang="en-US" sz="1600" dirty="0"/>
              <a:t>for arrays, can lead to </a:t>
            </a:r>
            <a:r>
              <a:rPr lang="en-US" sz="1600" dirty="0">
                <a:solidFill>
                  <a:srgbClr val="C00000"/>
                </a:solidFill>
              </a:rPr>
              <a:t>buffer overflows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Returns</a:t>
            </a:r>
            <a:r>
              <a:rPr lang="en-US" sz="1600" dirty="0"/>
              <a:t> the </a:t>
            </a:r>
            <a:r>
              <a:rPr lang="en-US" sz="1600" dirty="0">
                <a:solidFill>
                  <a:srgbClr val="C00000"/>
                </a:solidFill>
              </a:rPr>
              <a:t>number of fields </a:t>
            </a:r>
            <a:r>
              <a:rPr lang="en-US" sz="1600" dirty="0"/>
              <a:t>that were </a:t>
            </a:r>
            <a:r>
              <a:rPr lang="en-US" sz="1600" dirty="0">
                <a:solidFill>
                  <a:srgbClr val="C00000"/>
                </a:solidFill>
              </a:rPr>
              <a:t>successfully</a:t>
            </a:r>
            <a:r>
              <a:rPr lang="en-US" sz="1600" dirty="0"/>
              <a:t> converted and </a:t>
            </a:r>
            <a:r>
              <a:rPr lang="en-US" sz="1600" dirty="0">
                <a:solidFill>
                  <a:srgbClr val="C00000"/>
                </a:solidFill>
              </a:rPr>
              <a:t>assigned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F08349-35AA-B575-8B3F-90CF437A2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463" y="5149114"/>
            <a:ext cx="5114794" cy="9260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A65D46-490C-49D9-2A22-A90B98D96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556" y="1653064"/>
            <a:ext cx="4720643" cy="3239056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B93AEF-C734-6FCA-A9F7-82340D01A120}"/>
              </a:ext>
            </a:extLst>
          </p:cNvPr>
          <p:cNvSpPr txBox="1"/>
          <p:nvPr/>
        </p:nvSpPr>
        <p:spPr>
          <a:xfrm>
            <a:off x="897622" y="6075130"/>
            <a:ext cx="1702965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i="1" dirty="0"/>
              <a:t>Credited to:</a:t>
            </a:r>
          </a:p>
          <a:p>
            <a:r>
              <a:rPr lang="en-US" sz="1200" i="1" dirty="0"/>
              <a:t>Prof. Alexander Binder</a:t>
            </a:r>
            <a:endParaRPr lang="en-SG" sz="1200" i="1" dirty="0"/>
          </a:p>
        </p:txBody>
      </p:sp>
    </p:spTree>
    <p:extLst>
      <p:ext uri="{BB962C8B-B14F-4D97-AF65-F5344CB8AC3E}">
        <p14:creationId xmlns:p14="http://schemas.microsoft.com/office/powerpoint/2010/main" val="198814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1F220-A2CB-046E-E7FA-EDF44B4E6186}"/>
              </a:ext>
            </a:extLst>
          </p:cNvPr>
          <p:cNvSpPr txBox="1"/>
          <p:nvPr/>
        </p:nvSpPr>
        <p:spPr>
          <a:xfrm>
            <a:off x="838200" y="1040221"/>
            <a:ext cx="7374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scanf()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FFA7B-F0F9-39B1-3BE6-0A6D2FCA34FB}"/>
              </a:ext>
            </a:extLst>
          </p:cNvPr>
          <p:cNvSpPr txBox="1"/>
          <p:nvPr/>
        </p:nvSpPr>
        <p:spPr>
          <a:xfrm>
            <a:off x="615609" y="1609045"/>
            <a:ext cx="307554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DO </a:t>
            </a:r>
            <a:r>
              <a:rPr lang="en-US" sz="1400" dirty="0">
                <a:solidFill>
                  <a:srgbClr val="C00000"/>
                </a:solidFill>
              </a:rPr>
              <a:t>NOT</a:t>
            </a:r>
            <a:r>
              <a:rPr lang="en-US" sz="1400" dirty="0"/>
              <a:t> USE </a:t>
            </a:r>
            <a:r>
              <a:rPr lang="en-US" sz="1400" dirty="0">
                <a:solidFill>
                  <a:srgbClr val="C00000"/>
                </a:solidFill>
              </a:rPr>
              <a:t>SCANF</a:t>
            </a:r>
            <a:r>
              <a:rPr lang="en-US" sz="1400" dirty="0"/>
              <a:t>!!!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Safer (needs to use arrays):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Read</a:t>
            </a:r>
            <a:r>
              <a:rPr lang="en-US" sz="1400" dirty="0"/>
              <a:t> each input value </a:t>
            </a:r>
            <a:r>
              <a:rPr lang="en-US" sz="1400" dirty="0">
                <a:solidFill>
                  <a:srgbClr val="C00000"/>
                </a:solidFill>
              </a:rPr>
              <a:t>separately</a:t>
            </a:r>
            <a:r>
              <a:rPr lang="en-US" sz="1400" dirty="0"/>
              <a:t> using </a:t>
            </a:r>
            <a:r>
              <a:rPr lang="en-US" sz="1400" dirty="0" err="1">
                <a:solidFill>
                  <a:srgbClr val="C00000"/>
                </a:solidFill>
              </a:rPr>
              <a:t>fgets</a:t>
            </a:r>
            <a:r>
              <a:rPr lang="en-US" sz="1400" dirty="0">
                <a:solidFill>
                  <a:srgbClr val="C00000"/>
                </a:solidFill>
              </a:rPr>
              <a:t>()</a:t>
            </a:r>
            <a:r>
              <a:rPr lang="en-US" sz="1400" dirty="0"/>
              <a:t> and </a:t>
            </a:r>
            <a:r>
              <a:rPr lang="en-US" sz="1400" dirty="0">
                <a:solidFill>
                  <a:srgbClr val="C00000"/>
                </a:solidFill>
              </a:rPr>
              <a:t>flushing</a:t>
            </a:r>
          </a:p>
          <a:p>
            <a:pPr lvl="1"/>
            <a:endParaRPr lang="en-US" sz="1400" dirty="0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C00000"/>
                </a:solidFill>
              </a:rPr>
              <a:t>fgets</a:t>
            </a:r>
            <a:r>
              <a:rPr lang="en-US" sz="1400" dirty="0">
                <a:solidFill>
                  <a:srgbClr val="C00000"/>
                </a:solidFill>
              </a:rPr>
              <a:t>() </a:t>
            </a:r>
            <a:r>
              <a:rPr lang="en-US" sz="1400" dirty="0"/>
              <a:t>to obtain a string of </a:t>
            </a:r>
            <a:r>
              <a:rPr lang="en-US" sz="1400" dirty="0">
                <a:solidFill>
                  <a:srgbClr val="C00000"/>
                </a:solidFill>
              </a:rPr>
              <a:t>fixed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C00000"/>
                </a:solidFill>
              </a:rPr>
              <a:t>maximal length</a:t>
            </a:r>
            <a:r>
              <a:rPr lang="en-US" sz="1400" dirty="0"/>
              <a:t>, then </a:t>
            </a:r>
            <a:r>
              <a:rPr lang="en-US" sz="1400" dirty="0">
                <a:solidFill>
                  <a:srgbClr val="C00000"/>
                </a:solidFill>
              </a:rPr>
              <a:t>flush</a:t>
            </a:r>
            <a:r>
              <a:rPr lang="en-US" sz="1400" dirty="0"/>
              <a:t> the stdin stream</a:t>
            </a:r>
          </a:p>
          <a:p>
            <a:pPr lvl="1"/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Then use </a:t>
            </a:r>
            <a:r>
              <a:rPr lang="en-US" sz="1400" dirty="0" err="1">
                <a:solidFill>
                  <a:srgbClr val="C00000"/>
                </a:solidFill>
              </a:rPr>
              <a:t>sscanf</a:t>
            </a:r>
            <a:r>
              <a:rPr lang="en-US" sz="1400" dirty="0">
                <a:solidFill>
                  <a:srgbClr val="C00000"/>
                </a:solidFill>
              </a:rPr>
              <a:t>()</a:t>
            </a:r>
            <a:r>
              <a:rPr lang="en-US" sz="1400" dirty="0"/>
              <a:t> to get formatted data from the string preferably for </a:t>
            </a:r>
            <a:r>
              <a:rPr lang="en-US" sz="1400" dirty="0">
                <a:solidFill>
                  <a:srgbClr val="C00000"/>
                </a:solidFill>
              </a:rPr>
              <a:t>one variable every time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494E5E-00AB-F907-E5C8-26113A5E0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683" y="933062"/>
            <a:ext cx="4861422" cy="5493132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83299F6-A7CF-0AF7-F8B0-732450399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6106" y="4546833"/>
            <a:ext cx="2964274" cy="17650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9C328B-02FE-67D2-5129-9DDD659EC9AC}"/>
              </a:ext>
            </a:extLst>
          </p:cNvPr>
          <p:cNvSpPr txBox="1"/>
          <p:nvPr/>
        </p:nvSpPr>
        <p:spPr>
          <a:xfrm>
            <a:off x="897622" y="6075130"/>
            <a:ext cx="1702965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i="1" dirty="0"/>
              <a:t>Credited to:</a:t>
            </a:r>
          </a:p>
          <a:p>
            <a:r>
              <a:rPr lang="en-US" sz="1200" i="1" dirty="0"/>
              <a:t>Prof. Alexander Binder</a:t>
            </a:r>
            <a:endParaRPr lang="en-SG" sz="1200" i="1" dirty="0"/>
          </a:p>
        </p:txBody>
      </p:sp>
    </p:spTree>
    <p:extLst>
      <p:ext uri="{BB962C8B-B14F-4D97-AF65-F5344CB8AC3E}">
        <p14:creationId xmlns:p14="http://schemas.microsoft.com/office/powerpoint/2010/main" val="654797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D2FA3-961C-A1B1-A4F5-F764606FAC4C}"/>
              </a:ext>
            </a:extLst>
          </p:cNvPr>
          <p:cNvSpPr txBox="1"/>
          <p:nvPr/>
        </p:nvSpPr>
        <p:spPr>
          <a:xfrm>
            <a:off x="624348" y="1061992"/>
            <a:ext cx="1115961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Instructions to submit and auto grade your code to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Gradescope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Download the skeleton code file “</a:t>
            </a:r>
            <a:r>
              <a:rPr lang="en-US" sz="2000" dirty="0" err="1">
                <a:solidFill>
                  <a:srgbClr val="C00000"/>
                </a:solidFill>
                <a:latin typeface="Calibri" panose="020F0502020204030204"/>
              </a:rPr>
              <a:t>guessWord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from the “C\Lab Assignments\Lab3”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xSiTe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folder.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 not change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 name or function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 your code to the function “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main()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and other required functions.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Don’t use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sys.argv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[]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user inputs. Use other functions such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scanf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fgets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(), </a:t>
            </a:r>
            <a:r>
              <a:rPr kumimoji="0" lang="en-SG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fgetc</a:t>
            </a:r>
            <a:r>
              <a:rPr kumimoji="0" lang="en-SG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</a:t>
            </a:r>
            <a:r>
              <a:rPr kumimoji="0" lang="en-S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etc.,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Drag and drop your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locally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tested code (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/>
              </a:rPr>
              <a:t>guessWord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.c) to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Gradescope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You can submit and auto graded any number of times. Last submission counts.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are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test cases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maximum score for this task is 5.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Autograder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will be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timed out after 10 minutes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S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5211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03AD1-AB19-4170-2DA0-1DCA33D57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2476C06-E441-22C5-B378-C0BA316AD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93BA2-4349-3988-DAE6-1A7B718726DA}"/>
              </a:ext>
            </a:extLst>
          </p:cNvPr>
          <p:cNvSpPr txBox="1"/>
          <p:nvPr/>
        </p:nvSpPr>
        <p:spPr>
          <a:xfrm>
            <a:off x="838200" y="932793"/>
            <a:ext cx="11159613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Control measures in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Gradescope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>
                <a:solidFill>
                  <a:prstClr val="black"/>
                </a:solidFill>
              </a:rPr>
              <a:t>A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utograder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time out: Execute each test case for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30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seconds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maximum and limit output to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50 lines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Missing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new lines (“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\n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”) in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printf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():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Normalized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actual and expected outputs.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Extra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white spaces</a:t>
            </a:r>
            <a:r>
              <a:rPr lang="en-US" sz="2000" dirty="0">
                <a:solidFill>
                  <a:prstClr val="black"/>
                </a:solidFill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Normalized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actual and expected outputs.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2000" dirty="0">
                <a:solidFill>
                  <a:srgbClr val="C00000"/>
                </a:solidFill>
              </a:rPr>
              <a:t>Case</a:t>
            </a:r>
            <a:r>
              <a:rPr lang="en-US" sz="2000" dirty="0">
                <a:solidFill>
                  <a:prstClr val="black"/>
                </a:solidFill>
              </a:rPr>
              <a:t> sensitiveness: </a:t>
            </a:r>
            <a:r>
              <a:rPr lang="en-US" sz="2000" dirty="0">
                <a:solidFill>
                  <a:srgbClr val="C00000"/>
                </a:solidFill>
              </a:rPr>
              <a:t>Not normalized</a:t>
            </a:r>
            <a:r>
              <a:rPr lang="en-US" sz="2000" dirty="0">
                <a:solidFill>
                  <a:prstClr val="black"/>
                </a:solidFill>
              </a:rPr>
              <a:t>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2000" dirty="0">
                <a:solidFill>
                  <a:prstClr val="black"/>
                </a:solidFill>
              </a:rPr>
              <a:t>Show first mismatch, or </a:t>
            </a:r>
            <a:r>
              <a:rPr lang="en-US" sz="2000" dirty="0">
                <a:solidFill>
                  <a:srgbClr val="C00000"/>
                </a:solidFill>
              </a:rPr>
              <a:t>all</a:t>
            </a:r>
            <a:r>
              <a:rPr lang="en-US" sz="2000" dirty="0">
                <a:solidFill>
                  <a:prstClr val="black"/>
                </a:solidFill>
              </a:rPr>
              <a:t> expected (</a:t>
            </a:r>
            <a:r>
              <a:rPr lang="en-US" sz="2000" dirty="0">
                <a:solidFill>
                  <a:srgbClr val="C00000"/>
                </a:solidFill>
              </a:rPr>
              <a:t>Exp</a:t>
            </a:r>
            <a:r>
              <a:rPr lang="en-US" sz="2000" dirty="0">
                <a:solidFill>
                  <a:prstClr val="black"/>
                </a:solidFill>
              </a:rPr>
              <a:t>) and actual (</a:t>
            </a:r>
            <a:r>
              <a:rPr lang="en-US" sz="2000" dirty="0">
                <a:solidFill>
                  <a:srgbClr val="C00000"/>
                </a:solidFill>
              </a:rPr>
              <a:t>Got</a:t>
            </a:r>
            <a:r>
              <a:rPr lang="en-US" sz="2000" dirty="0">
                <a:solidFill>
                  <a:prstClr val="black"/>
                </a:solidFill>
              </a:rPr>
              <a:t>) outputs: depending on tasks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Environment: </a:t>
            </a:r>
            <a:r>
              <a:rPr lang="en-US" sz="2000" dirty="0">
                <a:solidFill>
                  <a:prstClr val="black"/>
                </a:solidFill>
                <a:latin typeface="+mn-lt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111111"/>
                </a:solidFill>
              </a:rPr>
              <a:t>OS: </a:t>
            </a:r>
            <a:r>
              <a:rPr lang="en-US" sz="2000" dirty="0">
                <a:solidFill>
                  <a:srgbClr val="C00000"/>
                </a:solidFill>
              </a:rPr>
              <a:t>Ubuntu 22.04</a:t>
            </a:r>
            <a:r>
              <a:rPr lang="en-US" sz="2000" dirty="0">
                <a:solidFill>
                  <a:srgbClr val="111111"/>
                </a:solidFill>
              </a:rPr>
              <a:t>, Compiler: </a:t>
            </a:r>
            <a:r>
              <a:rPr lang="en-US" sz="2000" dirty="0" err="1">
                <a:solidFill>
                  <a:srgbClr val="C00000"/>
                </a:solidFill>
              </a:rPr>
              <a:t>gcc</a:t>
            </a:r>
            <a:r>
              <a:rPr lang="en-US" sz="2000" dirty="0">
                <a:solidFill>
                  <a:srgbClr val="111111"/>
                </a:solidFill>
              </a:rPr>
              <a:t> (GNU C Compiler), CPU:1, RAM: 1.5 GB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2000" dirty="0">
                <a:solidFill>
                  <a:prstClr val="black"/>
                </a:solidFill>
              </a:rPr>
              <a:t>s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canf</a:t>
            </a:r>
            <a:r>
              <a:rPr lang="en-US" sz="2000" dirty="0">
                <a:solidFill>
                  <a:prstClr val="black"/>
                </a:solidFill>
              </a:rPr>
              <a:t>() / </a:t>
            </a:r>
            <a:r>
              <a:rPr lang="en-US" sz="2000" dirty="0" err="1">
                <a:solidFill>
                  <a:prstClr val="black"/>
                </a:solidFill>
              </a:rPr>
              <a:t>scanf_s</a:t>
            </a:r>
            <a:r>
              <a:rPr lang="en-US" sz="2000" dirty="0">
                <a:solidFill>
                  <a:prstClr val="black"/>
                </a:solidFill>
              </a:rPr>
              <a:t>():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2000" dirty="0" err="1">
                <a:solidFill>
                  <a:srgbClr val="C00000"/>
                </a:solidFill>
                <a:latin typeface="+mn-lt"/>
              </a:rPr>
              <a:t>scanf_s</a:t>
            </a:r>
            <a:r>
              <a:rPr lang="en-US" altLang="en-US" sz="2000" dirty="0">
                <a:solidFill>
                  <a:srgbClr val="C00000"/>
                </a:solidFill>
                <a:latin typeface="+mn-lt"/>
              </a:rPr>
              <a:t>  </a:t>
            </a:r>
            <a:r>
              <a:rPr lang="en-US" altLang="en-US" sz="2000" dirty="0">
                <a:solidFill>
                  <a:srgbClr val="111111"/>
                </a:solidFill>
                <a:latin typeface="+mn-lt"/>
              </a:rPr>
              <a:t>is a secure version of </a:t>
            </a:r>
            <a:r>
              <a:rPr lang="en-US" altLang="en-US" sz="2000" dirty="0" err="1">
                <a:solidFill>
                  <a:srgbClr val="111111"/>
                </a:solidFill>
                <a:latin typeface="+mn-lt"/>
              </a:rPr>
              <a:t>scanf</a:t>
            </a:r>
            <a:r>
              <a:rPr lang="en-US" altLang="en-US" sz="2000" dirty="0">
                <a:solidFill>
                  <a:srgbClr val="111111"/>
                </a:solidFill>
                <a:latin typeface="+mn-lt"/>
              </a:rPr>
              <a:t> available in the Microsoft C Runtime Library, which includes additional parameters for buffer sizes to prevent buffer overflows.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2000" dirty="0" err="1">
                <a:solidFill>
                  <a:srgbClr val="C00000"/>
                </a:solidFill>
              </a:rPr>
              <a:t>s</a:t>
            </a:r>
            <a:r>
              <a:rPr lang="en-US" altLang="en-US" sz="2000" dirty="0" err="1">
                <a:solidFill>
                  <a:srgbClr val="C00000"/>
                </a:solidFill>
                <a:latin typeface="+mn-lt"/>
              </a:rPr>
              <a:t>canf</a:t>
            </a:r>
            <a:r>
              <a:rPr lang="en-US" altLang="en-US" sz="2000" dirty="0">
                <a:solidFill>
                  <a:srgbClr val="111111"/>
                </a:solidFill>
                <a:latin typeface="+mn-lt"/>
              </a:rPr>
              <a:t> is the standard input function available in the C standard library, which works on all platforms, including Linux.</a:t>
            </a:r>
            <a:endParaRPr lang="en-US" sz="2000" b="0" i="0" dirty="0">
              <a:solidFill>
                <a:srgbClr val="111111"/>
              </a:solidFill>
              <a:effectLst/>
              <a:latin typeface="+mn-lt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11111"/>
                </a:solidFill>
                <a:effectLst/>
                <a:latin typeface="+mn-lt"/>
              </a:rPr>
              <a:t>If need to ensure input safety, add additional checks in the code to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+mn-lt"/>
              </a:rPr>
              <a:t>validate the input size and format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18706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31356-689B-1DAF-B774-FBA597210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9D3BA8B-1E65-1615-8A73-4921BB75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41BAD9-6528-4639-C5AB-CF75066F88AD}"/>
              </a:ext>
            </a:extLst>
          </p:cNvPr>
          <p:cNvSpPr txBox="1"/>
          <p:nvPr/>
        </p:nvSpPr>
        <p:spPr>
          <a:xfrm>
            <a:off x="308263" y="2413337"/>
            <a:ext cx="11575473" cy="101566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C00000"/>
                </a:solidFill>
              </a:rPr>
              <a:t>For </a:t>
            </a:r>
            <a:r>
              <a:rPr lang="en-US" sz="3000" dirty="0" err="1">
                <a:solidFill>
                  <a:srgbClr val="C00000"/>
                </a:solidFill>
              </a:rPr>
              <a:t>Gradescope</a:t>
            </a:r>
            <a:r>
              <a:rPr lang="en-US" sz="3000" dirty="0">
                <a:solidFill>
                  <a:srgbClr val="C00000"/>
                </a:solidFill>
              </a:rPr>
              <a:t> issues,  Screen shot </a:t>
            </a:r>
            <a:r>
              <a:rPr lang="en-US" sz="3000" dirty="0" err="1">
                <a:solidFill>
                  <a:srgbClr val="C00000"/>
                </a:solidFill>
              </a:rPr>
              <a:t>Gradescope</a:t>
            </a:r>
            <a:r>
              <a:rPr lang="en-US" sz="3000" dirty="0">
                <a:solidFill>
                  <a:srgbClr val="C00000"/>
                </a:solidFill>
              </a:rPr>
              <a:t> result page and email to:</a:t>
            </a:r>
          </a:p>
          <a:p>
            <a:r>
              <a:rPr lang="en-US" sz="3000" dirty="0">
                <a:solidFill>
                  <a:srgbClr val="C00000"/>
                </a:solidFill>
              </a:rPr>
              <a:t>jacob.abraham@singaporetech.edu.sg</a:t>
            </a:r>
            <a:endParaRPr lang="en-SG" sz="3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055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INF1002 – Programming Fundamentals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D2D2F-F63B-1854-9F28-790F15862D99}"/>
              </a:ext>
            </a:extLst>
          </p:cNvPr>
          <p:cNvSpPr txBox="1"/>
          <p:nvPr/>
        </p:nvSpPr>
        <p:spPr>
          <a:xfrm>
            <a:off x="838200" y="1302045"/>
            <a:ext cx="30376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C Lab Assignments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8FB20A-3DCA-BD10-2FCB-EFDEE45AAB8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89460"/>
          <a:ext cx="10532107" cy="32664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53504">
                  <a:extLst>
                    <a:ext uri="{9D8B030D-6E8A-4147-A177-3AD203B41FA5}">
                      <a16:colId xmlns:a16="http://schemas.microsoft.com/office/drawing/2014/main" val="3975253130"/>
                    </a:ext>
                  </a:extLst>
                </a:gridCol>
                <a:gridCol w="1537324">
                  <a:extLst>
                    <a:ext uri="{9D8B030D-6E8A-4147-A177-3AD203B41FA5}">
                      <a16:colId xmlns:a16="http://schemas.microsoft.com/office/drawing/2014/main" val="454326705"/>
                    </a:ext>
                  </a:extLst>
                </a:gridCol>
                <a:gridCol w="2887092">
                  <a:extLst>
                    <a:ext uri="{9D8B030D-6E8A-4147-A177-3AD203B41FA5}">
                      <a16:colId xmlns:a16="http://schemas.microsoft.com/office/drawing/2014/main" val="1005468603"/>
                    </a:ext>
                  </a:extLst>
                </a:gridCol>
                <a:gridCol w="2485708">
                  <a:extLst>
                    <a:ext uri="{9D8B030D-6E8A-4147-A177-3AD203B41FA5}">
                      <a16:colId xmlns:a16="http://schemas.microsoft.com/office/drawing/2014/main" val="1387992669"/>
                    </a:ext>
                  </a:extLst>
                </a:gridCol>
                <a:gridCol w="2768479">
                  <a:extLst>
                    <a:ext uri="{9D8B030D-6E8A-4147-A177-3AD203B41FA5}">
                      <a16:colId xmlns:a16="http://schemas.microsoft.com/office/drawing/2014/main" val="4280756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Week #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 Lab #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Lab Date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Gradescope Release 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Gradescope Due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9673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October 24,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October 24, 2025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08:00</a:t>
                      </a:r>
                      <a:endParaRPr lang="en-SG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Thursday, October 30, 2025 23:59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795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October 31,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October 31, 2025</a:t>
                      </a:r>
                    </a:p>
                    <a:p>
                      <a:pPr algn="ctr"/>
                      <a:r>
                        <a:rPr lang="en-US" sz="1600" dirty="0"/>
                        <a:t>08:00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Thursday, November 6, 2025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23:59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4553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November 7,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November 7, 2025</a:t>
                      </a:r>
                    </a:p>
                    <a:p>
                      <a:pPr algn="ctr"/>
                      <a:r>
                        <a:rPr lang="en-US" sz="1600" dirty="0"/>
                        <a:t>08:00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Thursday, November 13, 2025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23:59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58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November 14,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November 14, 2025</a:t>
                      </a:r>
                    </a:p>
                    <a:p>
                      <a:pPr algn="ctr"/>
                      <a:r>
                        <a:rPr lang="en-US" sz="1600" dirty="0"/>
                        <a:t>08:00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Thursday, November 20, 2025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23:59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823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November 21,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Friday, November 21, 2025</a:t>
                      </a:r>
                    </a:p>
                    <a:p>
                      <a:pPr algn="ctr"/>
                      <a:r>
                        <a:rPr lang="en-US" sz="1600" dirty="0"/>
                        <a:t>08:00</a:t>
                      </a: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Thursday, November 27, 2025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23:59</a:t>
                      </a: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850148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7B33468-1724-D757-1AD8-B31EB5DBF2BA}"/>
              </a:ext>
            </a:extLst>
          </p:cNvPr>
          <p:cNvSpPr/>
          <p:nvPr/>
        </p:nvSpPr>
        <p:spPr>
          <a:xfrm>
            <a:off x="825967" y="3582123"/>
            <a:ext cx="10548615" cy="615822"/>
          </a:xfrm>
          <a:prstGeom prst="round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0446206"/>
      </p:ext>
    </p:extLst>
  </p:cSld>
  <p:clrMapOvr>
    <a:masterClrMapping/>
  </p:clrMapOvr>
</p:sld>
</file>

<file path=ppt/theme/theme1.xml><?xml version="1.0" encoding="utf-8"?>
<a:theme xmlns:a="http://schemas.openxmlformats.org/drawingml/2006/main" name="SIT PowerPoint 2021 Design Theme">
  <a:themeElements>
    <a:clrScheme name="Custom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6"/>
      </a:accent1>
      <a:accent2>
        <a:srgbClr val="04509C"/>
      </a:accent2>
      <a:accent3>
        <a:srgbClr val="669900"/>
      </a:accent3>
      <a:accent4>
        <a:srgbClr val="FF6600"/>
      </a:accent4>
      <a:accent5>
        <a:srgbClr val="CC0000"/>
      </a:accent5>
      <a:accent6>
        <a:srgbClr val="7F7F7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T PowerPoint 2021 Template" id="{7ED8A9B9-7CA4-42B3-8088-F180B202D817}" vid="{9CEE1484-4E3A-4C6E-8136-DAB8ED723EF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3F7FCE0D38C54FAA7DDE20E55812A6" ma:contentTypeVersion="13" ma:contentTypeDescription="Create a new document." ma:contentTypeScope="" ma:versionID="e3c2e1df67114a9a78e9107c8ad59bce">
  <xsd:schema xmlns:xsd="http://www.w3.org/2001/XMLSchema" xmlns:xs="http://www.w3.org/2001/XMLSchema" xmlns:p="http://schemas.microsoft.com/office/2006/metadata/properties" xmlns:ns2="9b533b96-199a-4bc1-bd53-29ff4f59b01f" xmlns:ns3="8d90648e-3f9e-47ab-bcbb-61525c769494" targetNamespace="http://schemas.microsoft.com/office/2006/metadata/properties" ma:root="true" ma:fieldsID="dca2d678dee70690d85bbba68c9d5eec" ns2:_="" ns3:_="">
    <xsd:import namespace="9b533b96-199a-4bc1-bd53-29ff4f59b01f"/>
    <xsd:import namespace="8d90648e-3f9e-47ab-bcbb-61525c7694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533b96-199a-4bc1-bd53-29ff4f59b0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90648e-3f9e-47ab-bcbb-61525c76949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07A418-6534-493E-A726-89DDCAFC6C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533b96-199a-4bc1-bd53-29ff4f59b01f"/>
    <ds:schemaRef ds:uri="8d90648e-3f9e-47ab-bcbb-61525c7694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917F92-F352-4B11-884D-AA5BDADB4F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EF3010-D481-4371-8845-3361CCBB661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5953</TotalTime>
  <Words>1010</Words>
  <Application>Microsoft Office PowerPoint</Application>
  <PresentationFormat>Widescreen</PresentationFormat>
  <Paragraphs>171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DengXian</vt:lpstr>
      <vt:lpstr>Amasis MT Pro Black</vt:lpstr>
      <vt:lpstr>-apple-system</vt:lpstr>
      <vt:lpstr>Arial</vt:lpstr>
      <vt:lpstr>Calibri</vt:lpstr>
      <vt:lpstr>Wingdings</vt:lpstr>
      <vt:lpstr>SIT PowerPoint 2021 Design Theme</vt:lpstr>
      <vt:lpstr>INF1002 Programming Fundamentals  (AY2025-T1) 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  <vt:lpstr>INF1002 – Programming Fundamentals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 PowerPoint 2021 Template</dc:title>
  <dc:creator>Edmund Chan Guanghui</dc:creator>
  <cp:lastModifiedBy>Jacob Abraham</cp:lastModifiedBy>
  <cp:revision>125</cp:revision>
  <dcterms:created xsi:type="dcterms:W3CDTF">2021-05-30T05:25:48Z</dcterms:created>
  <dcterms:modified xsi:type="dcterms:W3CDTF">2025-11-07T09:42:42Z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f8e180-8f22-4ead-b44a-2d560df875da_Enabled">
    <vt:lpwstr>true</vt:lpwstr>
  </property>
  <property fmtid="{D5CDD505-2E9C-101B-9397-08002B2CF9AE}" pid="3" name="MSIP_Label_3ef8e180-8f22-4ead-b44a-2d560df875da_SetDate">
    <vt:lpwstr>2021-05-30T03:29:45Z</vt:lpwstr>
  </property>
  <property fmtid="{D5CDD505-2E9C-101B-9397-08002B2CF9AE}" pid="4" name="MSIP_Label_3ef8e180-8f22-4ead-b44a-2d560df875da_Method">
    <vt:lpwstr>Privileged</vt:lpwstr>
  </property>
  <property fmtid="{D5CDD505-2E9C-101B-9397-08002B2CF9AE}" pid="5" name="MSIP_Label_3ef8e180-8f22-4ead-b44a-2d560df875da_Name">
    <vt:lpwstr>Public</vt:lpwstr>
  </property>
  <property fmtid="{D5CDD505-2E9C-101B-9397-08002B2CF9AE}" pid="6" name="MSIP_Label_3ef8e180-8f22-4ead-b44a-2d560df875da_SiteId">
    <vt:lpwstr>64991f7f-44d6-4d8c-9cd4-7862e8cb94c6</vt:lpwstr>
  </property>
  <property fmtid="{D5CDD505-2E9C-101B-9397-08002B2CF9AE}" pid="7" name="MSIP_Label_3ef8e180-8f22-4ead-b44a-2d560df875da_ActionId">
    <vt:lpwstr>478719fd-0d2a-4df4-ba22-1e199b9bc055</vt:lpwstr>
  </property>
  <property fmtid="{D5CDD505-2E9C-101B-9397-08002B2CF9AE}" pid="8" name="MSIP_Label_3ef8e180-8f22-4ead-b44a-2d560df875da_ContentBits">
    <vt:lpwstr>0</vt:lpwstr>
  </property>
  <property fmtid="{D5CDD505-2E9C-101B-9397-08002B2CF9AE}" pid="9" name="ContentTypeId">
    <vt:lpwstr>0x0101005A3F7FCE0D38C54FAA7DDE20E55812A6</vt:lpwstr>
  </property>
</Properties>
</file>