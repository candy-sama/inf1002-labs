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9" r:id="rId5"/>
    <p:sldId id="270" r:id="rId6"/>
    <p:sldId id="300" r:id="rId7"/>
    <p:sldId id="301" r:id="rId8"/>
    <p:sldId id="302" r:id="rId9"/>
    <p:sldId id="304" r:id="rId10"/>
    <p:sldId id="305" r:id="rId11"/>
    <p:sldId id="306" r:id="rId12"/>
    <p:sldId id="307" r:id="rId13"/>
    <p:sldId id="275" r:id="rId14"/>
    <p:sldId id="277" r:id="rId15"/>
    <p:sldId id="296" r:id="rId16"/>
    <p:sldId id="297" r:id="rId17"/>
    <p:sldId id="276" r:id="rId18"/>
    <p:sldId id="272" r:id="rId19"/>
    <p:sldId id="295" r:id="rId20"/>
    <p:sldId id="298" r:id="rId21"/>
    <p:sldId id="29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68" autoAdjust="0"/>
    <p:restoredTop sz="94660"/>
  </p:normalViewPr>
  <p:slideViewPr>
    <p:cSldViewPr snapToGrid="0">
      <p:cViewPr varScale="1">
        <p:scale>
          <a:sx n="74" d="100"/>
          <a:sy n="74" d="100"/>
        </p:scale>
        <p:origin x="137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Abraham" userId="41757602-551f-4302-a31e-a4d547966de1" providerId="ADAL" clId="{78CE8BE8-A8DA-4F3F-BD5A-B63F113960A6}"/>
    <pc:docChg chg="undo custSel addSld delSld modSld">
      <pc:chgData name="Jacob Abraham" userId="41757602-551f-4302-a31e-a4d547966de1" providerId="ADAL" clId="{78CE8BE8-A8DA-4F3F-BD5A-B63F113960A6}" dt="2025-11-14T09:55:15.468" v="817" actId="47"/>
      <pc:docMkLst>
        <pc:docMk/>
      </pc:docMkLst>
      <pc:sldChg chg="modSp mod">
        <pc:chgData name="Jacob Abraham" userId="41757602-551f-4302-a31e-a4d547966de1" providerId="ADAL" clId="{78CE8BE8-A8DA-4F3F-BD5A-B63F113960A6}" dt="2025-11-04T02:03:23.122" v="5" actId="20577"/>
        <pc:sldMkLst>
          <pc:docMk/>
          <pc:sldMk cId="1359157137" sldId="269"/>
        </pc:sldMkLst>
        <pc:spChg chg="mod">
          <ac:chgData name="Jacob Abraham" userId="41757602-551f-4302-a31e-a4d547966de1" providerId="ADAL" clId="{78CE8BE8-A8DA-4F3F-BD5A-B63F113960A6}" dt="2025-11-04T02:03:12.457" v="1" actId="20577"/>
          <ac:spMkLst>
            <pc:docMk/>
            <pc:sldMk cId="1359157137" sldId="269"/>
            <ac:spMk id="2" creationId="{BBEADADC-D650-4DC2-AADE-4DDC39555FB9}"/>
          </ac:spMkLst>
        </pc:spChg>
        <pc:spChg chg="mod">
          <ac:chgData name="Jacob Abraham" userId="41757602-551f-4302-a31e-a4d547966de1" providerId="ADAL" clId="{78CE8BE8-A8DA-4F3F-BD5A-B63F113960A6}" dt="2025-11-04T02:03:23.122" v="5" actId="20577"/>
          <ac:spMkLst>
            <pc:docMk/>
            <pc:sldMk cId="1359157137" sldId="269"/>
            <ac:spMk id="3" creationId="{8BC154C8-5D52-4A71-9134-31C48E1AF9CE}"/>
          </ac:spMkLst>
        </pc:spChg>
      </pc:sldChg>
      <pc:sldChg chg="addSp delSp modSp mod">
        <pc:chgData name="Jacob Abraham" userId="41757602-551f-4302-a31e-a4d547966de1" providerId="ADAL" clId="{78CE8BE8-A8DA-4F3F-BD5A-B63F113960A6}" dt="2025-11-04T02:07:36.647" v="26" actId="1076"/>
        <pc:sldMkLst>
          <pc:docMk/>
          <pc:sldMk cId="3911185960" sldId="270"/>
        </pc:sldMkLst>
        <pc:spChg chg="add mod">
          <ac:chgData name="Jacob Abraham" userId="41757602-551f-4302-a31e-a4d547966de1" providerId="ADAL" clId="{78CE8BE8-A8DA-4F3F-BD5A-B63F113960A6}" dt="2025-11-04T02:07:36.647" v="26" actId="1076"/>
          <ac:spMkLst>
            <pc:docMk/>
            <pc:sldMk cId="3911185960" sldId="270"/>
            <ac:spMk id="2" creationId="{51EB6B4D-A23C-8A77-7D41-4CF86A673462}"/>
          </ac:spMkLst>
        </pc:spChg>
        <pc:spChg chg="mod">
          <ac:chgData name="Jacob Abraham" userId="41757602-551f-4302-a31e-a4d547966de1" providerId="ADAL" clId="{78CE8BE8-A8DA-4F3F-BD5A-B63F113960A6}" dt="2025-11-04T02:06:59.938" v="19" actId="1076"/>
          <ac:spMkLst>
            <pc:docMk/>
            <pc:sldMk cId="3911185960" sldId="270"/>
            <ac:spMk id="3" creationId="{CE70F4B2-20DB-447F-ABCF-78698C2BE53A}"/>
          </ac:spMkLst>
        </pc:spChg>
        <pc:spChg chg="add mod">
          <ac:chgData name="Jacob Abraham" userId="41757602-551f-4302-a31e-a4d547966de1" providerId="ADAL" clId="{78CE8BE8-A8DA-4F3F-BD5A-B63F113960A6}" dt="2025-11-04T02:07:15.106" v="21"/>
          <ac:spMkLst>
            <pc:docMk/>
            <pc:sldMk cId="3911185960" sldId="270"/>
            <ac:spMk id="5" creationId="{F7637ED9-93CE-2220-BCAD-FCB02A474A2A}"/>
          </ac:spMkLst>
        </pc:spChg>
        <pc:spChg chg="add mod">
          <ac:chgData name="Jacob Abraham" userId="41757602-551f-4302-a31e-a4d547966de1" providerId="ADAL" clId="{78CE8BE8-A8DA-4F3F-BD5A-B63F113960A6}" dt="2025-11-04T02:07:30.263" v="25" actId="20577"/>
          <ac:spMkLst>
            <pc:docMk/>
            <pc:sldMk cId="3911185960" sldId="270"/>
            <ac:spMk id="8" creationId="{80C53386-5FED-7339-A635-B46FFD4C2832}"/>
          </ac:spMkLst>
        </pc:spChg>
      </pc:sldChg>
      <pc:sldChg chg="delSp modSp mod">
        <pc:chgData name="Jacob Abraham" userId="41757602-551f-4302-a31e-a4d547966de1" providerId="ADAL" clId="{78CE8BE8-A8DA-4F3F-BD5A-B63F113960A6}" dt="2025-11-10T00:33:45.902" v="48" actId="20577"/>
        <pc:sldMkLst>
          <pc:docMk/>
          <pc:sldMk cId="985211324" sldId="272"/>
        </pc:sldMkLst>
        <pc:spChg chg="mod">
          <ac:chgData name="Jacob Abraham" userId="41757602-551f-4302-a31e-a4d547966de1" providerId="ADAL" clId="{78CE8BE8-A8DA-4F3F-BD5A-B63F113960A6}" dt="2025-11-10T00:33:45.902" v="48" actId="20577"/>
          <ac:spMkLst>
            <pc:docMk/>
            <pc:sldMk cId="985211324" sldId="272"/>
            <ac:spMk id="4" creationId="{FB6D2FA3-961C-A1B1-A4F5-F764606FAC4C}"/>
          </ac:spMkLst>
        </pc:spChg>
      </pc:sldChg>
      <pc:sldChg chg="addSp delSp modSp del mod">
        <pc:chgData name="Jacob Abraham" userId="41757602-551f-4302-a31e-a4d547966de1" providerId="ADAL" clId="{78CE8BE8-A8DA-4F3F-BD5A-B63F113960A6}" dt="2025-11-14T09:55:15.468" v="817" actId="47"/>
        <pc:sldMkLst>
          <pc:docMk/>
          <pc:sldMk cId="2652788230" sldId="293"/>
        </pc:sldMkLst>
      </pc:sldChg>
      <pc:sldChg chg="delSp mod">
        <pc:chgData name="Jacob Abraham" userId="41757602-551f-4302-a31e-a4d547966de1" providerId="ADAL" clId="{78CE8BE8-A8DA-4F3F-BD5A-B63F113960A6}" dt="2025-11-04T02:08:49.749" v="28" actId="478"/>
        <pc:sldMkLst>
          <pc:docMk/>
          <pc:sldMk cId="3618706855" sldId="295"/>
        </pc:sldMkLst>
      </pc:sldChg>
      <pc:sldChg chg="add">
        <pc:chgData name="Jacob Abraham" userId="41757602-551f-4302-a31e-a4d547966de1" providerId="ADAL" clId="{78CE8BE8-A8DA-4F3F-BD5A-B63F113960A6}" dt="2025-11-04T02:09:01.417" v="29"/>
        <pc:sldMkLst>
          <pc:docMk/>
          <pc:sldMk cId="1038055026" sldId="298"/>
        </pc:sldMkLst>
      </pc:sldChg>
      <pc:sldChg chg="modSp add mod">
        <pc:chgData name="Jacob Abraham" userId="41757602-551f-4302-a31e-a4d547966de1" providerId="ADAL" clId="{78CE8BE8-A8DA-4F3F-BD5A-B63F113960A6}" dt="2025-11-04T02:09:08.789" v="30" actId="1076"/>
        <pc:sldMkLst>
          <pc:docMk/>
          <pc:sldMk cId="1990446206" sldId="299"/>
        </pc:sldMkLst>
        <pc:spChg chg="mod">
          <ac:chgData name="Jacob Abraham" userId="41757602-551f-4302-a31e-a4d547966de1" providerId="ADAL" clId="{78CE8BE8-A8DA-4F3F-BD5A-B63F113960A6}" dt="2025-11-04T02:09:08.789" v="30" actId="1076"/>
          <ac:spMkLst>
            <pc:docMk/>
            <pc:sldMk cId="1990446206" sldId="299"/>
            <ac:spMk id="3" creationId="{B7B33468-1724-D757-1AD8-B31EB5DBF2BA}"/>
          </ac:spMkLst>
        </pc:spChg>
      </pc:sldChg>
      <pc:sldChg chg="addSp delSp modSp add mod">
        <pc:chgData name="Jacob Abraham" userId="41757602-551f-4302-a31e-a4d547966de1" providerId="ADAL" clId="{78CE8BE8-A8DA-4F3F-BD5A-B63F113960A6}" dt="2025-11-13T08:29:32.713" v="776" actId="1036"/>
        <pc:sldMkLst>
          <pc:docMk/>
          <pc:sldMk cId="2241577335" sldId="300"/>
        </pc:sldMkLst>
        <pc:spChg chg="del">
          <ac:chgData name="Jacob Abraham" userId="41757602-551f-4302-a31e-a4d547966de1" providerId="ADAL" clId="{78CE8BE8-A8DA-4F3F-BD5A-B63F113960A6}" dt="2025-11-13T00:54:58.552" v="50" actId="478"/>
          <ac:spMkLst>
            <pc:docMk/>
            <pc:sldMk cId="2241577335" sldId="300"/>
            <ac:spMk id="2" creationId="{DFB4E542-01DD-BE0D-DDA9-7D1D11017BF2}"/>
          </ac:spMkLst>
        </pc:spChg>
        <pc:spChg chg="del">
          <ac:chgData name="Jacob Abraham" userId="41757602-551f-4302-a31e-a4d547966de1" providerId="ADAL" clId="{78CE8BE8-A8DA-4F3F-BD5A-B63F113960A6}" dt="2025-11-13T00:55:05.938" v="51" actId="478"/>
          <ac:spMkLst>
            <pc:docMk/>
            <pc:sldMk cId="2241577335" sldId="300"/>
            <ac:spMk id="3" creationId="{A19F8A3A-FD59-9AC0-AED2-1478342865F0}"/>
          </ac:spMkLst>
        </pc:spChg>
        <pc:spChg chg="add mod">
          <ac:chgData name="Jacob Abraham" userId="41757602-551f-4302-a31e-a4d547966de1" providerId="ADAL" clId="{78CE8BE8-A8DA-4F3F-BD5A-B63F113960A6}" dt="2025-11-13T03:30:10.592" v="545" actId="20577"/>
          <ac:spMkLst>
            <pc:docMk/>
            <pc:sldMk cId="2241577335" sldId="300"/>
            <ac:spMk id="4" creationId="{6E56D7AE-884D-AB4B-9324-2BF96411D664}"/>
          </ac:spMkLst>
        </pc:spChg>
        <pc:spChg chg="del">
          <ac:chgData name="Jacob Abraham" userId="41757602-551f-4302-a31e-a4d547966de1" providerId="ADAL" clId="{78CE8BE8-A8DA-4F3F-BD5A-B63F113960A6}" dt="2025-11-13T00:55:07.890" v="52" actId="478"/>
          <ac:spMkLst>
            <pc:docMk/>
            <pc:sldMk cId="2241577335" sldId="300"/>
            <ac:spMk id="5" creationId="{4B1A607C-10F9-7AD9-A59F-490B788C168F}"/>
          </ac:spMkLst>
        </pc:spChg>
        <pc:spChg chg="del">
          <ac:chgData name="Jacob Abraham" userId="41757602-551f-4302-a31e-a4d547966de1" providerId="ADAL" clId="{78CE8BE8-A8DA-4F3F-BD5A-B63F113960A6}" dt="2025-11-13T00:55:16.690" v="53" actId="478"/>
          <ac:spMkLst>
            <pc:docMk/>
            <pc:sldMk cId="2241577335" sldId="300"/>
            <ac:spMk id="8" creationId="{9AF4E048-562F-EF9F-3B5E-16530E5E8B16}"/>
          </ac:spMkLst>
        </pc:spChg>
        <pc:spChg chg="add mod">
          <ac:chgData name="Jacob Abraham" userId="41757602-551f-4302-a31e-a4d547966de1" providerId="ADAL" clId="{78CE8BE8-A8DA-4F3F-BD5A-B63F113960A6}" dt="2025-11-13T08:29:32.713" v="776" actId="1036"/>
          <ac:spMkLst>
            <pc:docMk/>
            <pc:sldMk cId="2241577335" sldId="300"/>
            <ac:spMk id="12" creationId="{5D52DE5C-7BAF-53E7-D4E3-5B18E64ED6A6}"/>
          </ac:spMkLst>
        </pc:spChg>
        <pc:picChg chg="add mod">
          <ac:chgData name="Jacob Abraham" userId="41757602-551f-4302-a31e-a4d547966de1" providerId="ADAL" clId="{78CE8BE8-A8DA-4F3F-BD5A-B63F113960A6}" dt="2025-11-13T08:29:17.266" v="772" actId="108"/>
          <ac:picMkLst>
            <pc:docMk/>
            <pc:sldMk cId="2241577335" sldId="300"/>
            <ac:picMk id="9" creationId="{E46D67FB-DCFB-CF81-CD10-156ACCC50799}"/>
          </ac:picMkLst>
        </pc:picChg>
        <pc:picChg chg="add mod">
          <ac:chgData name="Jacob Abraham" userId="41757602-551f-4302-a31e-a4d547966de1" providerId="ADAL" clId="{78CE8BE8-A8DA-4F3F-BD5A-B63F113960A6}" dt="2025-11-13T08:29:20.101" v="773" actId="108"/>
          <ac:picMkLst>
            <pc:docMk/>
            <pc:sldMk cId="2241577335" sldId="300"/>
            <ac:picMk id="11" creationId="{7A3FD510-0FA4-AA3F-91EC-961F68574527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13T08:29:12.964" v="771" actId="108"/>
        <pc:sldMkLst>
          <pc:docMk/>
          <pc:sldMk cId="2576507776" sldId="301"/>
        </pc:sldMkLst>
        <pc:spChg chg="mod">
          <ac:chgData name="Jacob Abraham" userId="41757602-551f-4302-a31e-a4d547966de1" providerId="ADAL" clId="{78CE8BE8-A8DA-4F3F-BD5A-B63F113960A6}" dt="2025-11-13T03:30:18.739" v="549" actId="20577"/>
          <ac:spMkLst>
            <pc:docMk/>
            <pc:sldMk cId="2576507776" sldId="301"/>
            <ac:spMk id="4" creationId="{C3F8EBA7-1D26-CAF5-DC6D-9AE0C1F14871}"/>
          </ac:spMkLst>
        </pc:spChg>
        <pc:spChg chg="add mod">
          <ac:chgData name="Jacob Abraham" userId="41757602-551f-4302-a31e-a4d547966de1" providerId="ADAL" clId="{78CE8BE8-A8DA-4F3F-BD5A-B63F113960A6}" dt="2025-11-13T02:25:35.548" v="280" actId="1076"/>
          <ac:spMkLst>
            <pc:docMk/>
            <pc:sldMk cId="2576507776" sldId="301"/>
            <ac:spMk id="16" creationId="{C1AA00D7-7ECE-7233-2F74-67006FDB7252}"/>
          </ac:spMkLst>
        </pc:spChg>
        <pc:picChg chg="add del">
          <ac:chgData name="Jacob Abraham" userId="41757602-551f-4302-a31e-a4d547966de1" providerId="ADAL" clId="{78CE8BE8-A8DA-4F3F-BD5A-B63F113960A6}" dt="2025-11-13T02:00:33.876" v="149" actId="478"/>
          <ac:picMkLst>
            <pc:docMk/>
            <pc:sldMk cId="2576507776" sldId="301"/>
            <ac:picMk id="3" creationId="{4EC5D505-4E7A-57F1-1187-8414728E09F8}"/>
          </ac:picMkLst>
        </pc:picChg>
        <pc:picChg chg="add del mod">
          <ac:chgData name="Jacob Abraham" userId="41757602-551f-4302-a31e-a4d547966de1" providerId="ADAL" clId="{78CE8BE8-A8DA-4F3F-BD5A-B63F113960A6}" dt="2025-11-13T02:13:38.745" v="239" actId="478"/>
          <ac:picMkLst>
            <pc:docMk/>
            <pc:sldMk cId="2576507776" sldId="301"/>
            <ac:picMk id="6" creationId="{A7BE65B5-C0A5-8A7E-3B21-BF4606672267}"/>
          </ac:picMkLst>
        </pc:picChg>
        <pc:picChg chg="add del">
          <ac:chgData name="Jacob Abraham" userId="41757602-551f-4302-a31e-a4d547966de1" providerId="ADAL" clId="{78CE8BE8-A8DA-4F3F-BD5A-B63F113960A6}" dt="2025-11-13T02:01:18.724" v="153" actId="478"/>
          <ac:picMkLst>
            <pc:docMk/>
            <pc:sldMk cId="2576507776" sldId="301"/>
            <ac:picMk id="9" creationId="{D25829E5-93B8-41A4-425B-377BCC201351}"/>
          </ac:picMkLst>
        </pc:picChg>
        <pc:picChg chg="add mod">
          <ac:chgData name="Jacob Abraham" userId="41757602-551f-4302-a31e-a4d547966de1" providerId="ADAL" clId="{78CE8BE8-A8DA-4F3F-BD5A-B63F113960A6}" dt="2025-11-13T08:29:12.964" v="771" actId="108"/>
          <ac:picMkLst>
            <pc:docMk/>
            <pc:sldMk cId="2576507776" sldId="301"/>
            <ac:picMk id="11" creationId="{66EE4AFA-E646-676B-F43B-94F6C4D0E8BC}"/>
          </ac:picMkLst>
        </pc:picChg>
        <pc:picChg chg="add mod">
          <ac:chgData name="Jacob Abraham" userId="41757602-551f-4302-a31e-a4d547966de1" providerId="ADAL" clId="{78CE8BE8-A8DA-4F3F-BD5A-B63F113960A6}" dt="2025-11-13T02:33:46.991" v="292" actId="1076"/>
          <ac:picMkLst>
            <pc:docMk/>
            <pc:sldMk cId="2576507776" sldId="301"/>
            <ac:picMk id="13" creationId="{ECE18D6F-5C31-8B9A-82A0-879A14777607}"/>
          </ac:picMkLst>
        </pc:picChg>
        <pc:picChg chg="add del mod">
          <ac:chgData name="Jacob Abraham" userId="41757602-551f-4302-a31e-a4d547966de1" providerId="ADAL" clId="{78CE8BE8-A8DA-4F3F-BD5A-B63F113960A6}" dt="2025-11-13T02:30:14.964" v="286" actId="478"/>
          <ac:picMkLst>
            <pc:docMk/>
            <pc:sldMk cId="2576507776" sldId="301"/>
            <ac:picMk id="15" creationId="{7704EBBD-60EA-A4D6-4BF7-F78B2CC3F28C}"/>
          </ac:picMkLst>
        </pc:picChg>
        <pc:picChg chg="add del mod">
          <ac:chgData name="Jacob Abraham" userId="41757602-551f-4302-a31e-a4d547966de1" providerId="ADAL" clId="{78CE8BE8-A8DA-4F3F-BD5A-B63F113960A6}" dt="2025-11-13T02:15:02.579" v="242" actId="478"/>
          <ac:picMkLst>
            <pc:docMk/>
            <pc:sldMk cId="2576507776" sldId="301"/>
            <ac:picMk id="18" creationId="{498FB160-6EEE-9A10-A9B4-9C262F5B9901}"/>
          </ac:picMkLst>
        </pc:picChg>
        <pc:picChg chg="add del mod">
          <ac:chgData name="Jacob Abraham" userId="41757602-551f-4302-a31e-a4d547966de1" providerId="ADAL" clId="{78CE8BE8-A8DA-4F3F-BD5A-B63F113960A6}" dt="2025-11-13T02:15:09.490" v="245" actId="478"/>
          <ac:picMkLst>
            <pc:docMk/>
            <pc:sldMk cId="2576507776" sldId="301"/>
            <ac:picMk id="20" creationId="{FCE4A509-E743-EDB3-416D-F64379551260}"/>
          </ac:picMkLst>
        </pc:picChg>
        <pc:picChg chg="add del mod">
          <ac:chgData name="Jacob Abraham" userId="41757602-551f-4302-a31e-a4d547966de1" providerId="ADAL" clId="{78CE8BE8-A8DA-4F3F-BD5A-B63F113960A6}" dt="2025-11-13T02:15:29.060" v="249" actId="478"/>
          <ac:picMkLst>
            <pc:docMk/>
            <pc:sldMk cId="2576507776" sldId="301"/>
            <ac:picMk id="22" creationId="{2DDD58D5-3C1D-A54F-352C-E6440EC44C0B}"/>
          </ac:picMkLst>
        </pc:picChg>
        <pc:picChg chg="add mod">
          <ac:chgData name="Jacob Abraham" userId="41757602-551f-4302-a31e-a4d547966de1" providerId="ADAL" clId="{78CE8BE8-A8DA-4F3F-BD5A-B63F113960A6}" dt="2025-11-13T02:18:59.601" v="272" actId="1076"/>
          <ac:picMkLst>
            <pc:docMk/>
            <pc:sldMk cId="2576507776" sldId="301"/>
            <ac:picMk id="24" creationId="{00DD3355-F665-66D6-7531-14E2DA87A27C}"/>
          </ac:picMkLst>
        </pc:picChg>
        <pc:picChg chg="add mod">
          <ac:chgData name="Jacob Abraham" userId="41757602-551f-4302-a31e-a4d547966de1" providerId="ADAL" clId="{78CE8BE8-A8DA-4F3F-BD5A-B63F113960A6}" dt="2025-11-13T02:30:24.391" v="289" actId="14100"/>
          <ac:picMkLst>
            <pc:docMk/>
            <pc:sldMk cId="2576507776" sldId="301"/>
            <ac:picMk id="34" creationId="{0C848405-01F9-E8C7-3906-532B8180EFE1}"/>
          </ac:picMkLst>
        </pc:picChg>
        <pc:cxnChg chg="add mod">
          <ac:chgData name="Jacob Abraham" userId="41757602-551f-4302-a31e-a4d547966de1" providerId="ADAL" clId="{78CE8BE8-A8DA-4F3F-BD5A-B63F113960A6}" dt="2025-11-13T02:25:49.253" v="281" actId="13822"/>
          <ac:cxnSpMkLst>
            <pc:docMk/>
            <pc:sldMk cId="2576507776" sldId="301"/>
            <ac:cxnSpMk id="26" creationId="{66074A7A-537B-6F11-BF4C-A07EAA317AB9}"/>
          </ac:cxnSpMkLst>
        </pc:cxnChg>
        <pc:cxnChg chg="add mod ord">
          <ac:chgData name="Jacob Abraham" userId="41757602-551f-4302-a31e-a4d547966de1" providerId="ADAL" clId="{78CE8BE8-A8DA-4F3F-BD5A-B63F113960A6}" dt="2025-11-13T02:30:36.649" v="291" actId="14100"/>
          <ac:cxnSpMkLst>
            <pc:docMk/>
            <pc:sldMk cId="2576507776" sldId="301"/>
            <ac:cxnSpMk id="30" creationId="{FF7729B9-8570-D018-E611-E02558A780DC}"/>
          </ac:cxnSpMkLst>
        </pc:cxnChg>
      </pc:sldChg>
      <pc:sldChg chg="addSp delSp modSp add mod">
        <pc:chgData name="Jacob Abraham" userId="41757602-551f-4302-a31e-a4d547966de1" providerId="ADAL" clId="{78CE8BE8-A8DA-4F3F-BD5A-B63F113960A6}" dt="2025-11-13T08:29:06.245" v="770" actId="108"/>
        <pc:sldMkLst>
          <pc:docMk/>
          <pc:sldMk cId="13425657" sldId="302"/>
        </pc:sldMkLst>
        <pc:spChg chg="mod">
          <ac:chgData name="Jacob Abraham" userId="41757602-551f-4302-a31e-a4d547966de1" providerId="ADAL" clId="{78CE8BE8-A8DA-4F3F-BD5A-B63F113960A6}" dt="2025-11-13T03:30:25.824" v="553" actId="20577"/>
          <ac:spMkLst>
            <pc:docMk/>
            <pc:sldMk cId="13425657" sldId="302"/>
            <ac:spMk id="4" creationId="{96425777-F5FF-45A7-0063-7CCF72A1E146}"/>
          </ac:spMkLst>
        </pc:spChg>
        <pc:spChg chg="add del mod">
          <ac:chgData name="Jacob Abraham" userId="41757602-551f-4302-a31e-a4d547966de1" providerId="ADAL" clId="{78CE8BE8-A8DA-4F3F-BD5A-B63F113960A6}" dt="2025-11-13T03:15:35.496" v="431" actId="478"/>
          <ac:spMkLst>
            <pc:docMk/>
            <pc:sldMk cId="13425657" sldId="302"/>
            <ac:spMk id="8" creationId="{03BBFC1B-C217-E73F-084F-36285B20BDBE}"/>
          </ac:spMkLst>
        </pc:spChg>
        <pc:spChg chg="add mod">
          <ac:chgData name="Jacob Abraham" userId="41757602-551f-4302-a31e-a4d547966de1" providerId="ADAL" clId="{78CE8BE8-A8DA-4F3F-BD5A-B63F113960A6}" dt="2025-11-13T03:15:46.694" v="435" actId="1076"/>
          <ac:spMkLst>
            <pc:docMk/>
            <pc:sldMk cId="13425657" sldId="302"/>
            <ac:spMk id="9" creationId="{BE475B9E-7997-4734-6220-24D2B4DD1CE2}"/>
          </ac:spMkLst>
        </pc:spChg>
        <pc:spChg chg="add mod">
          <ac:chgData name="Jacob Abraham" userId="41757602-551f-4302-a31e-a4d547966de1" providerId="ADAL" clId="{78CE8BE8-A8DA-4F3F-BD5A-B63F113960A6}" dt="2025-11-13T03:20:17.274" v="518" actId="1076"/>
          <ac:spMkLst>
            <pc:docMk/>
            <pc:sldMk cId="13425657" sldId="302"/>
            <ac:spMk id="10" creationId="{4E9719AE-4F5E-B90E-D830-91DC67922ACB}"/>
          </ac:spMkLst>
        </pc:spChg>
        <pc:spChg chg="add mod">
          <ac:chgData name="Jacob Abraham" userId="41757602-551f-4302-a31e-a4d547966de1" providerId="ADAL" clId="{78CE8BE8-A8DA-4F3F-BD5A-B63F113960A6}" dt="2025-11-13T03:33:03.146" v="594" actId="20577"/>
          <ac:spMkLst>
            <pc:docMk/>
            <pc:sldMk cId="13425657" sldId="302"/>
            <ac:spMk id="11" creationId="{811F89F9-8B64-CF2F-9C23-EEEC99C730EF}"/>
          </ac:spMkLst>
        </pc:spChg>
        <pc:picChg chg="add mod">
          <ac:chgData name="Jacob Abraham" userId="41757602-551f-4302-a31e-a4d547966de1" providerId="ADAL" clId="{78CE8BE8-A8DA-4F3F-BD5A-B63F113960A6}" dt="2025-11-13T08:29:06.245" v="770" actId="108"/>
          <ac:picMkLst>
            <pc:docMk/>
            <pc:sldMk cId="13425657" sldId="302"/>
            <ac:picMk id="3" creationId="{7255B1F5-42B8-4823-7282-CA889957573F}"/>
          </ac:picMkLst>
        </pc:picChg>
        <pc:picChg chg="add del mod">
          <ac:chgData name="Jacob Abraham" userId="41757602-551f-4302-a31e-a4d547966de1" providerId="ADAL" clId="{78CE8BE8-A8DA-4F3F-BD5A-B63F113960A6}" dt="2025-11-13T02:57:33.838" v="301" actId="478"/>
          <ac:picMkLst>
            <pc:docMk/>
            <pc:sldMk cId="13425657" sldId="302"/>
            <ac:picMk id="6" creationId="{9D811B1D-4E6B-A309-ED61-5FC51FA76BE5}"/>
          </ac:picMkLst>
        </pc:picChg>
      </pc:sldChg>
      <pc:sldChg chg="addSp delSp modSp add del mod">
        <pc:chgData name="Jacob Abraham" userId="41757602-551f-4302-a31e-a4d547966de1" providerId="ADAL" clId="{78CE8BE8-A8DA-4F3F-BD5A-B63F113960A6}" dt="2025-11-13T08:03:00.053" v="647" actId="47"/>
        <pc:sldMkLst>
          <pc:docMk/>
          <pc:sldMk cId="372228597" sldId="303"/>
        </pc:sldMkLst>
        <pc:picChg chg="add mod">
          <ac:chgData name="Jacob Abraham" userId="41757602-551f-4302-a31e-a4d547966de1" providerId="ADAL" clId="{78CE8BE8-A8DA-4F3F-BD5A-B63F113960A6}" dt="2025-11-13T05:38:27.847" v="612" actId="1076"/>
          <ac:picMkLst>
            <pc:docMk/>
            <pc:sldMk cId="372228597" sldId="303"/>
            <ac:picMk id="3" creationId="{56B1F452-31C9-2BB2-F813-99C550A1C70B}"/>
          </ac:picMkLst>
        </pc:picChg>
        <pc:picChg chg="add del mod">
          <ac:chgData name="Jacob Abraham" userId="41757602-551f-4302-a31e-a4d547966de1" providerId="ADAL" clId="{78CE8BE8-A8DA-4F3F-BD5A-B63F113960A6}" dt="2025-11-13T06:02:51.359" v="615" actId="478"/>
          <ac:picMkLst>
            <pc:docMk/>
            <pc:sldMk cId="372228597" sldId="303"/>
            <ac:picMk id="6" creationId="{CCBE2D1C-08DF-AFED-2AE2-7768100EF587}"/>
          </ac:picMkLst>
        </pc:picChg>
        <pc:picChg chg="add mod">
          <ac:chgData name="Jacob Abraham" userId="41757602-551f-4302-a31e-a4d547966de1" providerId="ADAL" clId="{78CE8BE8-A8DA-4F3F-BD5A-B63F113960A6}" dt="2025-11-13T06:03:02.293" v="620" actId="14100"/>
          <ac:picMkLst>
            <pc:docMk/>
            <pc:sldMk cId="372228597" sldId="303"/>
            <ac:picMk id="9" creationId="{B49A805C-BC7D-64DD-5CD1-B420450F36CC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13T09:14:25.680" v="816" actId="1076"/>
        <pc:sldMkLst>
          <pc:docMk/>
          <pc:sldMk cId="1714568038" sldId="304"/>
        </pc:sldMkLst>
        <pc:spChg chg="add mod">
          <ac:chgData name="Jacob Abraham" userId="41757602-551f-4302-a31e-a4d547966de1" providerId="ADAL" clId="{78CE8BE8-A8DA-4F3F-BD5A-B63F113960A6}" dt="2025-11-13T09:14:25.680" v="816" actId="1076"/>
          <ac:spMkLst>
            <pc:docMk/>
            <pc:sldMk cId="1714568038" sldId="304"/>
            <ac:spMk id="2" creationId="{27ABAAE1-9857-54D4-8249-7BEC627BDA42}"/>
          </ac:spMkLst>
        </pc:spChg>
        <pc:spChg chg="mod">
          <ac:chgData name="Jacob Abraham" userId="41757602-551f-4302-a31e-a4d547966de1" providerId="ADAL" clId="{78CE8BE8-A8DA-4F3F-BD5A-B63F113960A6}" dt="2025-11-13T03:30:32.642" v="557" actId="20577"/>
          <ac:spMkLst>
            <pc:docMk/>
            <pc:sldMk cId="1714568038" sldId="304"/>
            <ac:spMk id="4" creationId="{E7C30FC8-80FA-020C-A99F-D17EFDA32418}"/>
          </ac:spMkLst>
        </pc:spChg>
        <pc:spChg chg="add del mod">
          <ac:chgData name="Jacob Abraham" userId="41757602-551f-4302-a31e-a4d547966de1" providerId="ADAL" clId="{78CE8BE8-A8DA-4F3F-BD5A-B63F113960A6}" dt="2025-11-13T03:15:59.571" v="438" actId="478"/>
          <ac:spMkLst>
            <pc:docMk/>
            <pc:sldMk cId="1714568038" sldId="304"/>
            <ac:spMk id="13" creationId="{D4709310-BE4A-EAAA-00C7-2F3771BCCF1E}"/>
          </ac:spMkLst>
        </pc:spChg>
        <pc:spChg chg="add mod">
          <ac:chgData name="Jacob Abraham" userId="41757602-551f-4302-a31e-a4d547966de1" providerId="ADAL" clId="{78CE8BE8-A8DA-4F3F-BD5A-B63F113960A6}" dt="2025-11-13T03:16:03.667" v="440" actId="20577"/>
          <ac:spMkLst>
            <pc:docMk/>
            <pc:sldMk cId="1714568038" sldId="304"/>
            <ac:spMk id="14" creationId="{4217321D-ED27-0767-3091-DBA7ED0806D6}"/>
          </ac:spMkLst>
        </pc:spChg>
        <pc:spChg chg="add mod">
          <ac:chgData name="Jacob Abraham" userId="41757602-551f-4302-a31e-a4d547966de1" providerId="ADAL" clId="{78CE8BE8-A8DA-4F3F-BD5A-B63F113960A6}" dt="2025-11-13T03:34:12.910" v="610" actId="1076"/>
          <ac:spMkLst>
            <pc:docMk/>
            <pc:sldMk cId="1714568038" sldId="304"/>
            <ac:spMk id="15" creationId="{34DF0BF5-8623-2125-5B0B-79394AD14602}"/>
          </ac:spMkLst>
        </pc:spChg>
        <pc:picChg chg="del">
          <ac:chgData name="Jacob Abraham" userId="41757602-551f-4302-a31e-a4d547966de1" providerId="ADAL" clId="{78CE8BE8-A8DA-4F3F-BD5A-B63F113960A6}" dt="2025-11-13T02:57:59.872" v="308" actId="478"/>
          <ac:picMkLst>
            <pc:docMk/>
            <pc:sldMk cId="1714568038" sldId="304"/>
            <ac:picMk id="3" creationId="{FCD8BA22-6011-BF9A-4AD8-EC56A0034D39}"/>
          </ac:picMkLst>
        </pc:picChg>
        <pc:picChg chg="add del mod">
          <ac:chgData name="Jacob Abraham" userId="41757602-551f-4302-a31e-a4d547966de1" providerId="ADAL" clId="{78CE8BE8-A8DA-4F3F-BD5A-B63F113960A6}" dt="2025-11-13T02:59:48.189" v="312" actId="478"/>
          <ac:picMkLst>
            <pc:docMk/>
            <pc:sldMk cId="1714568038" sldId="304"/>
            <ac:picMk id="5" creationId="{4A047DDD-18F9-C5E2-003F-C4230AA51D8D}"/>
          </ac:picMkLst>
        </pc:picChg>
        <pc:picChg chg="add del mod">
          <ac:chgData name="Jacob Abraham" userId="41757602-551f-4302-a31e-a4d547966de1" providerId="ADAL" clId="{78CE8BE8-A8DA-4F3F-BD5A-B63F113960A6}" dt="2025-11-13T03:03:17.589" v="317" actId="478"/>
          <ac:picMkLst>
            <pc:docMk/>
            <pc:sldMk cId="1714568038" sldId="304"/>
            <ac:picMk id="8" creationId="{9796418E-07FB-5675-027A-AC0579AC99DE}"/>
          </ac:picMkLst>
        </pc:picChg>
        <pc:picChg chg="add del">
          <ac:chgData name="Jacob Abraham" userId="41757602-551f-4302-a31e-a4d547966de1" providerId="ADAL" clId="{78CE8BE8-A8DA-4F3F-BD5A-B63F113960A6}" dt="2025-11-13T03:03:44.522" v="319" actId="478"/>
          <ac:picMkLst>
            <pc:docMk/>
            <pc:sldMk cId="1714568038" sldId="304"/>
            <ac:picMk id="10" creationId="{E54EE2F8-F320-3C04-E704-81D16FF03024}"/>
          </ac:picMkLst>
        </pc:picChg>
        <pc:picChg chg="add mod">
          <ac:chgData name="Jacob Abraham" userId="41757602-551f-4302-a31e-a4d547966de1" providerId="ADAL" clId="{78CE8BE8-A8DA-4F3F-BD5A-B63F113960A6}" dt="2025-11-13T03:15:53.815" v="436" actId="1076"/>
          <ac:picMkLst>
            <pc:docMk/>
            <pc:sldMk cId="1714568038" sldId="304"/>
            <ac:picMk id="12" creationId="{182AB819-78AB-F46F-4FE9-62A83A901D5D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13T03:30:40.559" v="561" actId="20577"/>
        <pc:sldMkLst>
          <pc:docMk/>
          <pc:sldMk cId="1933732091" sldId="305"/>
        </pc:sldMkLst>
        <pc:spChg chg="mod">
          <ac:chgData name="Jacob Abraham" userId="41757602-551f-4302-a31e-a4d547966de1" providerId="ADAL" clId="{78CE8BE8-A8DA-4F3F-BD5A-B63F113960A6}" dt="2025-11-13T03:30:40.559" v="561" actId="20577"/>
          <ac:spMkLst>
            <pc:docMk/>
            <pc:sldMk cId="1933732091" sldId="305"/>
            <ac:spMk id="4" creationId="{313002CC-5300-93C8-EB78-4D3382D4B0BA}"/>
          </ac:spMkLst>
        </pc:spChg>
        <pc:spChg chg="add mod">
          <ac:chgData name="Jacob Abraham" userId="41757602-551f-4302-a31e-a4d547966de1" providerId="ADAL" clId="{78CE8BE8-A8DA-4F3F-BD5A-B63F113960A6}" dt="2025-11-13T03:13:23.823" v="409" actId="1037"/>
          <ac:spMkLst>
            <pc:docMk/>
            <pc:sldMk cId="1933732091" sldId="305"/>
            <ac:spMk id="8" creationId="{D27DA570-FF56-B3DB-697B-E3EF931BC24F}"/>
          </ac:spMkLst>
        </pc:spChg>
        <pc:spChg chg="add mod">
          <ac:chgData name="Jacob Abraham" userId="41757602-551f-4302-a31e-a4d547966de1" providerId="ADAL" clId="{78CE8BE8-A8DA-4F3F-BD5A-B63F113960A6}" dt="2025-11-13T03:13:15.161" v="403" actId="1038"/>
          <ac:spMkLst>
            <pc:docMk/>
            <pc:sldMk cId="1933732091" sldId="305"/>
            <ac:spMk id="9" creationId="{44136CFA-555B-5F2F-C38E-625F932724FD}"/>
          </ac:spMkLst>
        </pc:spChg>
        <pc:spChg chg="add mod">
          <ac:chgData name="Jacob Abraham" userId="41757602-551f-4302-a31e-a4d547966de1" providerId="ADAL" clId="{78CE8BE8-A8DA-4F3F-BD5A-B63F113960A6}" dt="2025-11-13T03:16:18.830" v="444" actId="20577"/>
          <ac:spMkLst>
            <pc:docMk/>
            <pc:sldMk cId="1933732091" sldId="305"/>
            <ac:spMk id="10" creationId="{F6E68E0D-F974-DBE9-FBF9-290740E67B3E}"/>
          </ac:spMkLst>
        </pc:spChg>
        <pc:picChg chg="add mod">
          <ac:chgData name="Jacob Abraham" userId="41757602-551f-4302-a31e-a4d547966de1" providerId="ADAL" clId="{78CE8BE8-A8DA-4F3F-BD5A-B63F113960A6}" dt="2025-11-13T03:16:13.364" v="441" actId="1076"/>
          <ac:picMkLst>
            <pc:docMk/>
            <pc:sldMk cId="1933732091" sldId="305"/>
            <ac:picMk id="3" creationId="{F29403DB-F4AD-F31B-8CC2-D36FCBF9ADB4}"/>
          </ac:picMkLst>
        </pc:picChg>
        <pc:picChg chg="add mod">
          <ac:chgData name="Jacob Abraham" userId="41757602-551f-4302-a31e-a4d547966de1" providerId="ADAL" clId="{78CE8BE8-A8DA-4F3F-BD5A-B63F113960A6}" dt="2025-11-13T03:13:07.945" v="400" actId="1076"/>
          <ac:picMkLst>
            <pc:docMk/>
            <pc:sldMk cId="1933732091" sldId="305"/>
            <ac:picMk id="6" creationId="{B27D9930-AC15-2D54-47EC-7030D443A651}"/>
          </ac:picMkLst>
        </pc:picChg>
        <pc:picChg chg="del">
          <ac:chgData name="Jacob Abraham" userId="41757602-551f-4302-a31e-a4d547966de1" providerId="ADAL" clId="{78CE8BE8-A8DA-4F3F-BD5A-B63F113960A6}" dt="2025-11-13T03:08:31.524" v="326" actId="478"/>
          <ac:picMkLst>
            <pc:docMk/>
            <pc:sldMk cId="1933732091" sldId="305"/>
            <ac:picMk id="12" creationId="{BA0A4FA8-C8AC-7C40-C0C1-B9D74B8238E4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13T08:12:35.174" v="706" actId="1076"/>
        <pc:sldMkLst>
          <pc:docMk/>
          <pc:sldMk cId="3498521593" sldId="306"/>
        </pc:sldMkLst>
        <pc:spChg chg="mod">
          <ac:chgData name="Jacob Abraham" userId="41757602-551f-4302-a31e-a4d547966de1" providerId="ADAL" clId="{78CE8BE8-A8DA-4F3F-BD5A-B63F113960A6}" dt="2025-11-13T08:04:55.528" v="678" actId="1076"/>
          <ac:spMkLst>
            <pc:docMk/>
            <pc:sldMk cId="3498521593" sldId="306"/>
            <ac:spMk id="4" creationId="{79BB899F-33F1-AC6E-8E12-A514665B7DEF}"/>
          </ac:spMkLst>
        </pc:spChg>
        <pc:spChg chg="add del mod ord topLvl">
          <ac:chgData name="Jacob Abraham" userId="41757602-551f-4302-a31e-a4d547966de1" providerId="ADAL" clId="{78CE8BE8-A8DA-4F3F-BD5A-B63F113960A6}" dt="2025-11-13T08:08:02.613" v="701" actId="164"/>
          <ac:spMkLst>
            <pc:docMk/>
            <pc:sldMk cId="3498521593" sldId="306"/>
            <ac:spMk id="5" creationId="{878B4404-0D87-7758-6ED7-406D345A446B}"/>
          </ac:spMkLst>
        </pc:spChg>
        <pc:spChg chg="add mod">
          <ac:chgData name="Jacob Abraham" userId="41757602-551f-4302-a31e-a4d547966de1" providerId="ADAL" clId="{78CE8BE8-A8DA-4F3F-BD5A-B63F113960A6}" dt="2025-11-13T08:12:35.174" v="706" actId="1076"/>
          <ac:spMkLst>
            <pc:docMk/>
            <pc:sldMk cId="3498521593" sldId="306"/>
            <ac:spMk id="8" creationId="{5DF4C902-7C27-A63D-6459-6DA78B9C55AF}"/>
          </ac:spMkLst>
        </pc:spChg>
        <pc:grpChg chg="add del mod">
          <ac:chgData name="Jacob Abraham" userId="41757602-551f-4302-a31e-a4d547966de1" providerId="ADAL" clId="{78CE8BE8-A8DA-4F3F-BD5A-B63F113960A6}" dt="2025-11-13T08:06:44.027" v="681" actId="165"/>
          <ac:grpSpMkLst>
            <pc:docMk/>
            <pc:sldMk cId="3498521593" sldId="306"/>
            <ac:grpSpMk id="6" creationId="{CF934341-92F6-BA8B-B71D-94EEDC5D3F8E}"/>
          </ac:grpSpMkLst>
        </pc:grpChg>
        <pc:grpChg chg="add mod">
          <ac:chgData name="Jacob Abraham" userId="41757602-551f-4302-a31e-a4d547966de1" providerId="ADAL" clId="{78CE8BE8-A8DA-4F3F-BD5A-B63F113960A6}" dt="2025-11-13T08:08:02.613" v="701" actId="164"/>
          <ac:grpSpMkLst>
            <pc:docMk/>
            <pc:sldMk cId="3498521593" sldId="306"/>
            <ac:grpSpMk id="11" creationId="{F86DA511-4917-1ABC-BF35-628810B06574}"/>
          </ac:grpSpMkLst>
        </pc:grpChg>
        <pc:picChg chg="add del mod topLvl">
          <ac:chgData name="Jacob Abraham" userId="41757602-551f-4302-a31e-a4d547966de1" providerId="ADAL" clId="{78CE8BE8-A8DA-4F3F-BD5A-B63F113960A6}" dt="2025-11-13T08:06:54.391" v="685" actId="478"/>
          <ac:picMkLst>
            <pc:docMk/>
            <pc:sldMk cId="3498521593" sldId="306"/>
            <ac:picMk id="3" creationId="{D2CEA8B0-8F1D-43E5-7D8B-9B6B31BFA1F4}"/>
          </ac:picMkLst>
        </pc:picChg>
        <pc:picChg chg="add mod">
          <ac:chgData name="Jacob Abraham" userId="41757602-551f-4302-a31e-a4d547966de1" providerId="ADAL" clId="{78CE8BE8-A8DA-4F3F-BD5A-B63F113960A6}" dt="2025-11-13T08:08:02.613" v="701" actId="164"/>
          <ac:picMkLst>
            <pc:docMk/>
            <pc:sldMk cId="3498521593" sldId="306"/>
            <ac:picMk id="10" creationId="{6852269F-E52B-094B-6A06-A18DEF3A0E20}"/>
          </ac:picMkLst>
        </pc:picChg>
        <pc:picChg chg="add mod">
          <ac:chgData name="Jacob Abraham" userId="41757602-551f-4302-a31e-a4d547966de1" providerId="ADAL" clId="{78CE8BE8-A8DA-4F3F-BD5A-B63F113960A6}" dt="2025-11-13T08:11:45.253" v="703" actId="1076"/>
          <ac:picMkLst>
            <pc:docMk/>
            <pc:sldMk cId="3498521593" sldId="306"/>
            <ac:picMk id="13" creationId="{3193FAFE-CF06-3EE3-11E1-1C74D6E694E2}"/>
          </ac:picMkLst>
        </pc:picChg>
        <pc:picChg chg="add mod">
          <ac:chgData name="Jacob Abraham" userId="41757602-551f-4302-a31e-a4d547966de1" providerId="ADAL" clId="{78CE8BE8-A8DA-4F3F-BD5A-B63F113960A6}" dt="2025-11-13T08:12:26.750" v="705" actId="1076"/>
          <ac:picMkLst>
            <pc:docMk/>
            <pc:sldMk cId="3498521593" sldId="306"/>
            <ac:picMk id="15" creationId="{7FE0CE95-DB47-4302-C874-E0EE86C6B7A8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13T08:28:51.730" v="769" actId="14100"/>
        <pc:sldMkLst>
          <pc:docMk/>
          <pc:sldMk cId="3750485157" sldId="307"/>
        </pc:sldMkLst>
        <pc:spChg chg="add mod">
          <ac:chgData name="Jacob Abraham" userId="41757602-551f-4302-a31e-a4d547966de1" providerId="ADAL" clId="{78CE8BE8-A8DA-4F3F-BD5A-B63F113960A6}" dt="2025-11-13T08:27:20.914" v="765" actId="1076"/>
          <ac:spMkLst>
            <pc:docMk/>
            <pc:sldMk cId="3750485157" sldId="307"/>
            <ac:spMk id="8" creationId="{5230F757-5ABC-F2AE-E11C-680F0C1BFCEE}"/>
          </ac:spMkLst>
        </pc:spChg>
        <pc:picChg chg="add del mod">
          <ac:chgData name="Jacob Abraham" userId="41757602-551f-4302-a31e-a4d547966de1" providerId="ADAL" clId="{78CE8BE8-A8DA-4F3F-BD5A-B63F113960A6}" dt="2025-11-13T08:25:32.683" v="711" actId="478"/>
          <ac:picMkLst>
            <pc:docMk/>
            <pc:sldMk cId="3750485157" sldId="307"/>
            <ac:picMk id="3" creationId="{89230A7D-5FF9-EC89-CD82-2A41E88584E0}"/>
          </ac:picMkLst>
        </pc:picChg>
        <pc:picChg chg="add mod">
          <ac:chgData name="Jacob Abraham" userId="41757602-551f-4302-a31e-a4d547966de1" providerId="ADAL" clId="{78CE8BE8-A8DA-4F3F-BD5A-B63F113960A6}" dt="2025-11-13T08:28:51.730" v="769" actId="14100"/>
          <ac:picMkLst>
            <pc:docMk/>
            <pc:sldMk cId="3750485157" sldId="307"/>
            <ac:picMk id="6" creationId="{DC8CA699-D9E3-6128-79DC-DB0DE6AABA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A Version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23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A Version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18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5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64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68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176963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176963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44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EE033-39D8-4CB4-AEBA-A08E71D71801}"/>
              </a:ext>
            </a:extLst>
          </p:cNvPr>
          <p:cNvSpPr/>
          <p:nvPr userDrawn="1"/>
        </p:nvSpPr>
        <p:spPr>
          <a:xfrm>
            <a:off x="10165492" y="148281"/>
            <a:ext cx="1861751" cy="906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81B5F0AB-A265-4E7B-9ECF-70AF9B365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0" b="84046"/>
          <a:stretch/>
        </p:blipFill>
        <p:spPr>
          <a:xfrm>
            <a:off x="10091350" y="2255"/>
            <a:ext cx="2100649" cy="10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2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06286"/>
            <a:ext cx="5181600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06286"/>
            <a:ext cx="5181600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185062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185062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185062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21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06286"/>
            <a:ext cx="3193857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9770" y="1314385"/>
            <a:ext cx="3389994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185062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185062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185062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7917477" y="1314385"/>
            <a:ext cx="3487971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35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67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07112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31024"/>
            <a:ext cx="5157787" cy="40586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130711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31024"/>
            <a:ext cx="5183188" cy="40586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57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916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35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"/>
            <a:ext cx="12192000" cy="68519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7241"/>
            <a:ext cx="10515600" cy="615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47255"/>
            <a:ext cx="10515600" cy="4929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E1ACB-1639-4EB2-96A4-C7F3AE34113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CCFC6-E01F-449E-8786-0EC97C6F0CBB}"/>
              </a:ext>
            </a:extLst>
          </p:cNvPr>
          <p:cNvSpPr/>
          <p:nvPr userDrawn="1"/>
        </p:nvSpPr>
        <p:spPr>
          <a:xfrm>
            <a:off x="10165492" y="148281"/>
            <a:ext cx="1771135" cy="947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38EFAD9F-C271-4F7E-8DEF-E51F99B7D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0" b="84046"/>
          <a:stretch/>
        </p:blipFill>
        <p:spPr>
          <a:xfrm>
            <a:off x="10091350" y="2255"/>
            <a:ext cx="2100649" cy="10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0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71" r:id="rId4"/>
    <p:sldLayoutId id="2147483672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C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DADC-D650-4DC2-AADE-4DDC39555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656497" cy="1567667"/>
          </a:xfrm>
        </p:spPr>
        <p:txBody>
          <a:bodyPr>
            <a:normAutofit fontScale="90000"/>
          </a:bodyPr>
          <a:lstStyle/>
          <a:p>
            <a:r>
              <a:rPr lang="en-GB" dirty="0"/>
              <a:t>INF1002</a:t>
            </a:r>
            <a:br>
              <a:rPr lang="en-GB" dirty="0"/>
            </a:br>
            <a:r>
              <a:rPr lang="en-GB" dirty="0"/>
              <a:t>Programming Fundamentals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(AY2025-T1)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154C8-5D52-4A71-9134-31C48E1AF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 – Lab4</a:t>
            </a:r>
          </a:p>
          <a:p>
            <a:r>
              <a:rPr lang="en-GB" dirty="0"/>
              <a:t>14-Nov-2025 (Week 11)</a:t>
            </a:r>
          </a:p>
        </p:txBody>
      </p:sp>
    </p:spTree>
    <p:extLst>
      <p:ext uri="{BB962C8B-B14F-4D97-AF65-F5344CB8AC3E}">
        <p14:creationId xmlns:p14="http://schemas.microsoft.com/office/powerpoint/2010/main" val="135915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F4B2-20DB-447F-ABCF-78698C2BE53A}"/>
              </a:ext>
            </a:extLst>
          </p:cNvPr>
          <p:cNvSpPr txBox="1"/>
          <p:nvPr/>
        </p:nvSpPr>
        <p:spPr>
          <a:xfrm>
            <a:off x="1011546" y="3966417"/>
            <a:ext cx="534558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Gradescope</a:t>
            </a:r>
            <a:r>
              <a:rPr lang="en-US" sz="2400" dirty="0"/>
              <a:t> Lab4 Task: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cap="all" dirty="0">
                <a:ea typeface="DengXian" panose="02010600030101010101" pitchFamily="2" charset="-122"/>
                <a:cs typeface="Times New Roman" panose="02020603050405020304" pitchFamily="18" charset="0"/>
              </a:rPr>
              <a:t>insertion sort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B6B4D-A23C-8A77-7D41-4CF86A673462}"/>
              </a:ext>
            </a:extLst>
          </p:cNvPr>
          <p:cNvSpPr txBox="1"/>
          <p:nvPr/>
        </p:nvSpPr>
        <p:spPr>
          <a:xfrm>
            <a:off x="1011545" y="1798059"/>
            <a:ext cx="534558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Warmup Lab4: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EXE_1: USER-DEFINED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EXE_2: LINKED LISTS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637ED9-93CE-2220-BCAD-FCB02A474A2A}"/>
              </a:ext>
            </a:extLst>
          </p:cNvPr>
          <p:cNvSpPr/>
          <p:nvPr/>
        </p:nvSpPr>
        <p:spPr>
          <a:xfrm>
            <a:off x="8041339" y="1933148"/>
            <a:ext cx="3387437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Not required to submit. </a:t>
            </a:r>
          </a:p>
          <a:p>
            <a:pPr algn="ctr"/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Practice for quiz.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C53386-5FED-7339-A635-B46FFD4C2832}"/>
              </a:ext>
            </a:extLst>
          </p:cNvPr>
          <p:cNvSpPr/>
          <p:nvPr/>
        </p:nvSpPr>
        <p:spPr>
          <a:xfrm>
            <a:off x="7649006" y="4343827"/>
            <a:ext cx="4390369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</a:rPr>
              <a:t>Gradescope S</a:t>
            </a:r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ubmission due</a:t>
            </a:r>
          </a:p>
          <a:p>
            <a:r>
              <a:rPr lang="en-SG" sz="2400" b="0" i="0" dirty="0">
                <a:solidFill>
                  <a:srgbClr val="212529"/>
                </a:solidFill>
                <a:effectLst/>
                <a:latin typeface="-apple-system"/>
              </a:rPr>
              <a:t>Thursday, 20-Nov-2025 23:59:00</a:t>
            </a:r>
            <a:endParaRPr lang="en-US" sz="2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1118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163C-FA50-0E0F-DDB7-89A3503B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2B2C7B-D470-4D10-EECD-11CEA00C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6D7AE-884D-AB4B-9324-2BF96411D664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Lab3 Feedback - 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6D67FB-DCFB-CF81-CD10-156ACCC50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46" y="1609045"/>
            <a:ext cx="2568163" cy="474767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3FD510-0FA4-AA3F-91EC-961F68574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454" y="1609045"/>
            <a:ext cx="5336632" cy="42826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52DE5C-7BAF-53E7-D4E3-5B18E64ED6A6}"/>
              </a:ext>
            </a:extLst>
          </p:cNvPr>
          <p:cNvSpPr txBox="1"/>
          <p:nvPr/>
        </p:nvSpPr>
        <p:spPr>
          <a:xfrm>
            <a:off x="7966770" y="5604087"/>
            <a:ext cx="4090257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Count offset!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Hardcoded variable: ‘round’!</a:t>
            </a:r>
            <a:endParaRPr lang="en-SG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57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A65E-7EF7-E1E6-C63E-41DC1C76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5A0394-6033-FD6C-A3FF-EB0F640F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8EBA7-1D26-CAF5-DC6D-9AE0C1F14871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Lab3 Feedback - 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EE4AFA-E646-676B-F43B-94F6C4D0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1559888"/>
            <a:ext cx="2225648" cy="487813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E18D6F-5C31-8B9A-82A0-879A14777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928" y="3753916"/>
            <a:ext cx="4799765" cy="27048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AA00D7-7ECE-7233-2F74-67006FDB7252}"/>
              </a:ext>
            </a:extLst>
          </p:cNvPr>
          <p:cNvSpPr txBox="1"/>
          <p:nvPr/>
        </p:nvSpPr>
        <p:spPr>
          <a:xfrm>
            <a:off x="10143003" y="2961763"/>
            <a:ext cx="195226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Unnecessary!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0DD3355-F665-66D6-7531-14E2DA87A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928" y="1609045"/>
            <a:ext cx="6685559" cy="1966341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074A7A-537B-6F11-BF4C-A07EAA317AB9}"/>
              </a:ext>
            </a:extLst>
          </p:cNvPr>
          <p:cNvCxnSpPr>
            <a:cxnSpLocks/>
            <a:stCxn id="16" idx="1"/>
            <a:endCxn id="24" idx="3"/>
          </p:cNvCxnSpPr>
          <p:nvPr/>
        </p:nvCxnSpPr>
        <p:spPr>
          <a:xfrm flipH="1" flipV="1">
            <a:off x="9737487" y="2592216"/>
            <a:ext cx="405516" cy="600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C848405-01F9-E8C7-3906-532B8180E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709" y="3605418"/>
            <a:ext cx="3647500" cy="2917999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7729B9-8570-D018-E611-E02558A780DC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8312727" y="3192596"/>
            <a:ext cx="1830276" cy="1140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50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2E75C-9F29-0C93-81D4-649C685F1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FED361-2783-47B7-84CF-3F43A77E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25777-F5FF-45A7-0063-7CCF72A1E146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Lab3 Feedback -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5B1F5-42B8-4823-7282-CA8899575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62" y="1883224"/>
            <a:ext cx="8826912" cy="3091552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475B9E-7997-4734-6220-24D2B4DD1CE2}"/>
              </a:ext>
            </a:extLst>
          </p:cNvPr>
          <p:cNvSpPr txBox="1"/>
          <p:nvPr/>
        </p:nvSpPr>
        <p:spPr>
          <a:xfrm>
            <a:off x="67708" y="3622346"/>
            <a:ext cx="117417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1 of 3</a:t>
            </a:r>
            <a:endParaRPr lang="en-SG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9719AE-4F5E-B90E-D830-91DC67922ACB}"/>
              </a:ext>
            </a:extLst>
          </p:cNvPr>
          <p:cNvSpPr txBox="1"/>
          <p:nvPr/>
        </p:nvSpPr>
        <p:spPr>
          <a:xfrm>
            <a:off x="8942772" y="5340430"/>
            <a:ext cx="2975605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Endless loop?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Timeout?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Connection closed?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F89F9-8B64-CF2F-9C23-EEEC99C730EF}"/>
              </a:ext>
            </a:extLst>
          </p:cNvPr>
          <p:cNvSpPr txBox="1"/>
          <p:nvPr/>
        </p:nvSpPr>
        <p:spPr>
          <a:xfrm>
            <a:off x="10430574" y="2598003"/>
            <a:ext cx="1558022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Rerun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autograder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5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CEA3-6198-4B2F-284E-1EE645A4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8C45CF-4548-AAE4-ED4A-6C9D7DDE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30FC8-80FA-020C-A99F-D17EFDA32418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Lab3 Feedback - 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2AB819-78AB-F46F-4FE9-62A83A90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30" y="1567830"/>
            <a:ext cx="11060684" cy="50102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17321D-ED27-0767-3091-DBA7ED0806D6}"/>
              </a:ext>
            </a:extLst>
          </p:cNvPr>
          <p:cNvSpPr txBox="1"/>
          <p:nvPr/>
        </p:nvSpPr>
        <p:spPr>
          <a:xfrm>
            <a:off x="67708" y="3622346"/>
            <a:ext cx="117417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2 of 3</a:t>
            </a:r>
            <a:endParaRPr lang="en-SG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DF0BF5-8623-2125-5B0B-79394AD14602}"/>
              </a:ext>
            </a:extLst>
          </p:cNvPr>
          <p:cNvSpPr txBox="1"/>
          <p:nvPr/>
        </p:nvSpPr>
        <p:spPr>
          <a:xfrm>
            <a:off x="4867645" y="3914733"/>
            <a:ext cx="583499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Multi-char char const: ‘\\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’ and ‘\\n’!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BAAE1-9857-54D4-8249-7BEC627BDA42}"/>
              </a:ext>
            </a:extLst>
          </p:cNvPr>
          <p:cNvSpPr txBox="1"/>
          <p:nvPr/>
        </p:nvSpPr>
        <p:spPr>
          <a:xfrm>
            <a:off x="5294365" y="4380787"/>
            <a:ext cx="469545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Trying to escape: ‘\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’ and ‘\n’?</a:t>
            </a:r>
          </a:p>
        </p:txBody>
      </p:sp>
    </p:spTree>
    <p:extLst>
      <p:ext uri="{BB962C8B-B14F-4D97-AF65-F5344CB8AC3E}">
        <p14:creationId xmlns:p14="http://schemas.microsoft.com/office/powerpoint/2010/main" val="1714568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E215-E014-7762-8566-1989192E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8569F9-1E09-C1C6-8172-6211755A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002CC-5300-93C8-EB78-4D3382D4B0BA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Lab3 Feedback -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9403DB-F4AD-F31B-8CC2-D36FCBF9A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78" y="1661186"/>
            <a:ext cx="7849280" cy="2591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7D9930-AC15-2D54-47EC-7030D443A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" y="4411511"/>
            <a:ext cx="9461876" cy="1889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7DA570-FF56-B3DB-697B-E3EF931BC24F}"/>
              </a:ext>
            </a:extLst>
          </p:cNvPr>
          <p:cNvSpPr txBox="1"/>
          <p:nvPr/>
        </p:nvSpPr>
        <p:spPr>
          <a:xfrm>
            <a:off x="9437914" y="2495034"/>
            <a:ext cx="271202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Compiler warnings!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36CFA-555B-5F2F-C38E-625F932724FD}"/>
              </a:ext>
            </a:extLst>
          </p:cNvPr>
          <p:cNvSpPr txBox="1"/>
          <p:nvPr/>
        </p:nvSpPr>
        <p:spPr>
          <a:xfrm>
            <a:off x="9860194" y="4867555"/>
            <a:ext cx="2269801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Endless loop!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Timeout!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E68E0D-F974-DBE9-FBF9-290740E67B3E}"/>
              </a:ext>
            </a:extLst>
          </p:cNvPr>
          <p:cNvSpPr txBox="1"/>
          <p:nvPr/>
        </p:nvSpPr>
        <p:spPr>
          <a:xfrm>
            <a:off x="67708" y="3622346"/>
            <a:ext cx="117417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3 of 3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193373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DBAD-F98F-9BF0-0B16-43199E70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74CE13-0F67-DFB4-D726-AF713AC1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B899F-33F1-AC6E-8E12-A514665B7DEF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Lab3 Feedback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4C902-7C27-A63D-6459-6DA78B9C55AF}"/>
              </a:ext>
            </a:extLst>
          </p:cNvPr>
          <p:cNvSpPr txBox="1"/>
          <p:nvPr/>
        </p:nvSpPr>
        <p:spPr>
          <a:xfrm>
            <a:off x="9721624" y="3455213"/>
            <a:ext cx="231420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main() in main()!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DA511-4917-1ABC-BF35-628810B06574}"/>
              </a:ext>
            </a:extLst>
          </p:cNvPr>
          <p:cNvGrpSpPr/>
          <p:nvPr/>
        </p:nvGrpSpPr>
        <p:grpSpPr>
          <a:xfrm>
            <a:off x="484910" y="1398823"/>
            <a:ext cx="9115308" cy="5030679"/>
            <a:chOff x="484910" y="1398823"/>
            <a:chExt cx="9115308" cy="503067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852269F-E52B-094B-6A06-A18DEF3A0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910" y="1398823"/>
              <a:ext cx="9115308" cy="5030679"/>
            </a:xfrm>
            <a:prstGeom prst="rect">
              <a:avLst/>
            </a:prstGeom>
          </p:spPr>
        </p:pic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878B4404-0D87-7758-6ED7-406D345A446B}"/>
                </a:ext>
              </a:extLst>
            </p:cNvPr>
            <p:cNvSpPr/>
            <p:nvPr/>
          </p:nvSpPr>
          <p:spPr>
            <a:xfrm>
              <a:off x="5198422" y="1524531"/>
              <a:ext cx="2123894" cy="3744677"/>
            </a:xfrm>
            <a:prstGeom prst="rightBrace">
              <a:avLst>
                <a:gd name="adj1" fmla="val 8333"/>
                <a:gd name="adj2" fmla="val 61857"/>
              </a:avLst>
            </a:prstGeom>
            <a:ln w="38100"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193FAFE-CF06-3EE3-11E1-1C74D6E6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975" y="5951551"/>
            <a:ext cx="320068" cy="3581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E0CE95-DB47-4302-C874-E0EE86C6B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68" y="3672939"/>
            <a:ext cx="358171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2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D4B5-82AA-DD38-6F37-E131361E0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C56566-A490-D629-3400-DD4AE5C7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58D7C-D19D-2F57-CC68-1668B41EDDA9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Lab3 Feedback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8CA699-D9E3-6128-79DC-DB0DE6AA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937" y="862049"/>
            <a:ext cx="2574607" cy="560931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30F757-5ABC-F2AE-E11C-680F0C1BFCEE}"/>
              </a:ext>
            </a:extLst>
          </p:cNvPr>
          <p:cNvSpPr txBox="1"/>
          <p:nvPr/>
        </p:nvSpPr>
        <p:spPr>
          <a:xfrm>
            <a:off x="6596699" y="3289655"/>
            <a:ext cx="3609913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Obviously, missing spaces between characters! </a:t>
            </a:r>
          </a:p>
        </p:txBody>
      </p:sp>
    </p:spTree>
    <p:extLst>
      <p:ext uri="{BB962C8B-B14F-4D97-AF65-F5344CB8AC3E}">
        <p14:creationId xmlns:p14="http://schemas.microsoft.com/office/powerpoint/2010/main" val="375048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return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F4328-777B-7A2F-999B-0A81AA27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9045"/>
            <a:ext cx="4342053" cy="493171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9ED32-B511-AF0F-429E-3EE1B88D4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533" y="1063747"/>
            <a:ext cx="5876925" cy="261937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34EAC6-2F80-762D-D616-C33F85AEB542}"/>
              </a:ext>
            </a:extLst>
          </p:cNvPr>
          <p:cNvSpPr txBox="1"/>
          <p:nvPr/>
        </p:nvSpPr>
        <p:spPr>
          <a:xfrm>
            <a:off x="6327395" y="3771400"/>
            <a:ext cx="449719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900" i="1" dirty="0"/>
              <a:t>https://www.microsoft.com/en-us/research/wp-content/uploads/1998/01/pal-manual.pdf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77262C-5EA9-1D78-E1BF-176DA2363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477" y="4151160"/>
            <a:ext cx="6347033" cy="103227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D04B66-54C1-0144-453C-907DC2C8EFE0}"/>
              </a:ext>
            </a:extLst>
          </p:cNvPr>
          <p:cNvSpPr txBox="1"/>
          <p:nvPr/>
        </p:nvSpPr>
        <p:spPr>
          <a:xfrm>
            <a:off x="7107575" y="5183438"/>
            <a:ext cx="27833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i="1" dirty="0"/>
              <a:t>https://www.cs.tufts.edu/~nr/c--/index.html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D6620A-AC4D-500D-8DA2-066664D8CC1E}"/>
              </a:ext>
            </a:extLst>
          </p:cNvPr>
          <p:cNvSpPr/>
          <p:nvPr/>
        </p:nvSpPr>
        <p:spPr>
          <a:xfrm>
            <a:off x="9010076" y="2348917"/>
            <a:ext cx="637563" cy="664590"/>
          </a:xfrm>
          <a:prstGeom prst="roundRect">
            <a:avLst/>
          </a:prstGeom>
          <a:solidFill>
            <a:srgbClr val="C00000">
              <a:alpha val="11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4770F-8D97-5AAA-1EE1-433D48AD322D}"/>
              </a:ext>
            </a:extLst>
          </p:cNvPr>
          <p:cNvSpPr txBox="1"/>
          <p:nvPr/>
        </p:nvSpPr>
        <p:spPr>
          <a:xfrm>
            <a:off x="5654312" y="5616832"/>
            <a:ext cx="5876924" cy="923330"/>
          </a:xfrm>
          <a:prstGeom prst="rect">
            <a:avLst/>
          </a:prstGeom>
          <a:solidFill>
            <a:srgbClr val="C00000">
              <a:alpha val="28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Family of C:</a:t>
            </a:r>
          </a:p>
          <a:p>
            <a:pPr algn="ctr"/>
            <a:r>
              <a:rPr lang="en-US" dirty="0"/>
              <a:t>C--, C, C++, C#, Turbo-C++, </a:t>
            </a:r>
            <a:r>
              <a:rPr lang="en-US" dirty="0" err="1"/>
              <a:t>Watcom</a:t>
            </a:r>
            <a:r>
              <a:rPr lang="en-US" dirty="0"/>
              <a:t>-C, Tiny-C, Intel-C++, GNU-C, MinGW-C, Clang, 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1613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Arrays: Compile-time / Run-time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BAEA7-BE87-AF62-FA04-714CD69BE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9045"/>
            <a:ext cx="3918358" cy="47139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911440-374D-6F5D-1FC3-9AC6E194EDBF}"/>
              </a:ext>
            </a:extLst>
          </p:cNvPr>
          <p:cNvSpPr txBox="1"/>
          <p:nvPr/>
        </p:nvSpPr>
        <p:spPr>
          <a:xfrm>
            <a:off x="4756558" y="1758038"/>
            <a:ext cx="71956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>
                <a:solidFill>
                  <a:srgbClr val="C00000"/>
                </a:solidFill>
              </a:rPr>
              <a:t>Time 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“</a:t>
            </a:r>
            <a:r>
              <a:rPr lang="en-US" sz="1600" dirty="0" err="1">
                <a:solidFill>
                  <a:srgbClr val="C00000"/>
                </a:solidFill>
              </a:rPr>
              <a:t>strlen</a:t>
            </a:r>
            <a:r>
              <a:rPr lang="en-US" sz="1600" dirty="0">
                <a:solidFill>
                  <a:srgbClr val="C00000"/>
                </a:solidFill>
              </a:rPr>
              <a:t>()</a:t>
            </a:r>
            <a:r>
              <a:rPr lang="en-US" sz="1600" dirty="0"/>
              <a:t>” function has a time complexity of </a:t>
            </a:r>
            <a:r>
              <a:rPr lang="en-US" sz="1600" dirty="0">
                <a:solidFill>
                  <a:srgbClr val="C00000"/>
                </a:solidFill>
              </a:rPr>
              <a:t>O(n)</a:t>
            </a:r>
            <a:r>
              <a:rPr lang="en-US" sz="1600" dirty="0"/>
              <a:t>, where n is the length of the input string. </a:t>
            </a:r>
          </a:p>
          <a:p>
            <a:pPr lvl="1"/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Since the loop runs </a:t>
            </a:r>
            <a:r>
              <a:rPr lang="en-US" sz="1600" dirty="0">
                <a:solidFill>
                  <a:srgbClr val="C00000"/>
                </a:solidFill>
              </a:rPr>
              <a:t>n</a:t>
            </a:r>
            <a:r>
              <a:rPr lang="en-US" sz="1600" dirty="0"/>
              <a:t> times, the total time complexity of the loop becomes </a:t>
            </a:r>
            <a:r>
              <a:rPr lang="en-US" sz="1600" dirty="0">
                <a:solidFill>
                  <a:srgbClr val="C00000"/>
                </a:solidFill>
              </a:rPr>
              <a:t>O(n</a:t>
            </a:r>
            <a:r>
              <a:rPr lang="en-US" sz="1600" baseline="30000" dirty="0">
                <a:solidFill>
                  <a:srgbClr val="C00000"/>
                </a:solidFill>
              </a:rPr>
              <a:t>2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  <a:r>
              <a:rPr lang="en-US" sz="1600" dirty="0"/>
              <a:t>, which can be </a:t>
            </a:r>
            <a:r>
              <a:rPr lang="en-US" sz="1600" dirty="0">
                <a:solidFill>
                  <a:srgbClr val="C00000"/>
                </a:solidFill>
              </a:rPr>
              <a:t>inefficient </a:t>
            </a:r>
            <a:r>
              <a:rPr lang="en-US" sz="1600" dirty="0"/>
              <a:t>for </a:t>
            </a:r>
            <a:r>
              <a:rPr lang="en-US" sz="1600" dirty="0">
                <a:solidFill>
                  <a:srgbClr val="C00000"/>
                </a:solidFill>
              </a:rPr>
              <a:t>long</a:t>
            </a:r>
            <a:r>
              <a:rPr lang="en-US" sz="1600" dirty="0"/>
              <a:t> input strings.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1600" dirty="0"/>
              <a:t>2. </a:t>
            </a:r>
            <a:r>
              <a:rPr lang="en-US" sz="1600" dirty="0">
                <a:solidFill>
                  <a:srgbClr val="C00000"/>
                </a:solidFill>
              </a:rPr>
              <a:t>Array length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</a:t>
            </a:r>
            <a:r>
              <a:rPr lang="en-US" sz="1600" dirty="0">
                <a:solidFill>
                  <a:srgbClr val="C00000"/>
                </a:solidFill>
              </a:rPr>
              <a:t>some</a:t>
            </a:r>
            <a:r>
              <a:rPr lang="en-US" sz="1600" dirty="0"/>
              <a:t> versions of </a:t>
            </a:r>
            <a:r>
              <a:rPr lang="en-US" sz="1600" dirty="0">
                <a:solidFill>
                  <a:srgbClr val="C00000"/>
                </a:solidFill>
              </a:rPr>
              <a:t>C</a:t>
            </a:r>
            <a:r>
              <a:rPr lang="en-US" sz="1600" dirty="0"/>
              <a:t>, we </a:t>
            </a:r>
            <a:r>
              <a:rPr lang="en-US" sz="1600" dirty="0">
                <a:solidFill>
                  <a:srgbClr val="C00000"/>
                </a:solidFill>
              </a:rPr>
              <a:t>cannot</a:t>
            </a:r>
            <a:r>
              <a:rPr lang="en-US" sz="1600" dirty="0"/>
              <a:t> declare an </a:t>
            </a:r>
            <a:r>
              <a:rPr lang="en-US" sz="1600" dirty="0">
                <a:solidFill>
                  <a:srgbClr val="C00000"/>
                </a:solidFill>
              </a:rPr>
              <a:t>array with a variable size </a:t>
            </a:r>
            <a:r>
              <a:rPr lang="en-US" sz="1600" dirty="0"/>
              <a:t>that is not a constant expression.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value inside the </a:t>
            </a:r>
            <a:r>
              <a:rPr lang="en-US" sz="1600" dirty="0">
                <a:solidFill>
                  <a:srgbClr val="C00000"/>
                </a:solidFill>
              </a:rPr>
              <a:t>square brackets </a:t>
            </a:r>
            <a:r>
              <a:rPr lang="en-US" sz="1600" dirty="0"/>
              <a:t>must be a </a:t>
            </a:r>
            <a:r>
              <a:rPr lang="en-US" sz="1600" dirty="0">
                <a:solidFill>
                  <a:srgbClr val="C00000"/>
                </a:solidFill>
              </a:rPr>
              <a:t>constant</a:t>
            </a:r>
            <a:r>
              <a:rPr lang="en-US" sz="1600" dirty="0"/>
              <a:t> value known </a:t>
            </a:r>
            <a:r>
              <a:rPr lang="en-US" sz="1600" dirty="0">
                <a:solidFill>
                  <a:srgbClr val="C00000"/>
                </a:solidFill>
              </a:rPr>
              <a:t>at compile time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C00000"/>
                </a:solidFill>
              </a:rPr>
              <a:t>cannot</a:t>
            </a:r>
            <a:r>
              <a:rPr lang="en-US" sz="1600" dirty="0"/>
              <a:t> be a </a:t>
            </a:r>
            <a:r>
              <a:rPr lang="en-US" sz="1600" dirty="0">
                <a:solidFill>
                  <a:srgbClr val="C00000"/>
                </a:solidFill>
              </a:rPr>
              <a:t>variable</a:t>
            </a:r>
            <a:r>
              <a:rPr lang="en-US" sz="1600" dirty="0"/>
              <a:t> or an expression that is evaluated at runtime.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If </a:t>
            </a:r>
            <a:r>
              <a:rPr lang="en-US" sz="1600" dirty="0">
                <a:solidFill>
                  <a:srgbClr val="C00000"/>
                </a:solidFill>
              </a:rPr>
              <a:t>variable size is required</a:t>
            </a:r>
            <a:r>
              <a:rPr lang="en-US" sz="1600" dirty="0"/>
              <a:t>, then </a:t>
            </a:r>
            <a:r>
              <a:rPr lang="en-US" sz="1600" dirty="0">
                <a:solidFill>
                  <a:srgbClr val="C00000"/>
                </a:solidFill>
              </a:rPr>
              <a:t>use dynamic memory allocation </a:t>
            </a:r>
            <a:r>
              <a:rPr lang="en-US" sz="1600" dirty="0"/>
              <a:t>to allocate memory for the array at runtime</a:t>
            </a:r>
          </a:p>
        </p:txBody>
      </p:sp>
    </p:spTree>
    <p:extLst>
      <p:ext uri="{BB962C8B-B14F-4D97-AF65-F5344CB8AC3E}">
        <p14:creationId xmlns:p14="http://schemas.microsoft.com/office/powerpoint/2010/main" val="3567010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27CED-C445-5C4F-3AC1-932E50DA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3A4F48-A464-4069-68E9-F4A5FA35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2DE9D-BEF9-A50E-8CF6-F56E31EC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952" y="1546382"/>
            <a:ext cx="2691448" cy="1893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0B397E-3EC7-8BEE-EBB4-0751D12B5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072" y="1232873"/>
            <a:ext cx="3733800" cy="2000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DE2CC5-D15D-E0E4-6551-3D004F772169}"/>
              </a:ext>
            </a:extLst>
          </p:cNvPr>
          <p:cNvSpPr txBox="1"/>
          <p:nvPr/>
        </p:nvSpPr>
        <p:spPr>
          <a:xfrm>
            <a:off x="375920" y="933062"/>
            <a:ext cx="4795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“</a:t>
            </a:r>
            <a:r>
              <a:rPr lang="en-SG" sz="1800" dirty="0" err="1">
                <a:effectLst/>
                <a:highlight>
                  <a:srgbClr val="FFFF00"/>
                </a:highlight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scanf</a:t>
            </a:r>
            <a:r>
              <a:rPr lang="en-SG" sz="18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("%c", &amp;guess, 1</a:t>
            </a:r>
            <a:r>
              <a:rPr lang="en-SG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);”. This usage results in compiler warning/error as it has </a:t>
            </a:r>
            <a:r>
              <a:rPr lang="en-SG" sz="18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size</a:t>
            </a:r>
            <a:r>
              <a:rPr lang="en-SG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parameter that is not supported.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3FEDC-2A5C-585E-CB51-0AF6D3279A17}"/>
              </a:ext>
            </a:extLst>
          </p:cNvPr>
          <p:cNvSpPr txBox="1"/>
          <p:nvPr/>
        </p:nvSpPr>
        <p:spPr>
          <a:xfrm>
            <a:off x="5547360" y="863541"/>
            <a:ext cx="3846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Inconsistent usage of </a:t>
            </a:r>
            <a:r>
              <a:rPr lang="en-US" dirty="0" err="1">
                <a:highlight>
                  <a:srgbClr val="FFFF00"/>
                </a:highlight>
              </a:rPr>
              <a:t>strstr</a:t>
            </a:r>
            <a:r>
              <a:rPr lang="en-US" dirty="0">
                <a:highlight>
                  <a:srgbClr val="FFFF00"/>
                </a:highlight>
              </a:rPr>
              <a:t>() </a:t>
            </a:r>
            <a:r>
              <a:rPr lang="en-US" dirty="0"/>
              <a:t>function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9F6B15-9F6E-4C68-C15E-BEBE8F317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24" y="4369312"/>
            <a:ext cx="4765676" cy="208459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AF0CF84-5083-BCF2-FF0A-99CE9754D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112" y="4369312"/>
            <a:ext cx="7061200" cy="165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CCE126-CC4F-C517-3864-DA183AC0CA8B}"/>
              </a:ext>
            </a:extLst>
          </p:cNvPr>
          <p:cNvSpPr txBox="1"/>
          <p:nvPr/>
        </p:nvSpPr>
        <p:spPr>
          <a:xfrm>
            <a:off x="263524" y="3722981"/>
            <a:ext cx="4257676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/>
              <a:t>Compilation </a:t>
            </a:r>
            <a:r>
              <a:rPr lang="en-US" dirty="0">
                <a:solidFill>
                  <a:srgbClr val="FF0000"/>
                </a:solidFill>
              </a:rPr>
              <a:t>error</a:t>
            </a:r>
            <a:r>
              <a:rPr lang="en-US" dirty="0"/>
              <a:t> with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strstr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() </a:t>
            </a:r>
            <a:r>
              <a:rPr lang="en-US" dirty="0"/>
              <a:t>function in </a:t>
            </a:r>
            <a:r>
              <a:rPr lang="en-US" dirty="0">
                <a:solidFill>
                  <a:srgbClr val="FF0000"/>
                </a:solidFill>
              </a:rPr>
              <a:t>VS Code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Ubuntu-</a:t>
            </a:r>
            <a:r>
              <a:rPr lang="en-US" dirty="0" err="1">
                <a:solidFill>
                  <a:srgbClr val="FF0000"/>
                </a:solidFill>
              </a:rPr>
              <a:t>gcc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48810-15B3-EC5E-C9FD-C3B81FB81AED}"/>
              </a:ext>
            </a:extLst>
          </p:cNvPr>
          <p:cNvSpPr txBox="1"/>
          <p:nvPr/>
        </p:nvSpPr>
        <p:spPr>
          <a:xfrm>
            <a:off x="5071112" y="3746335"/>
            <a:ext cx="5994400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/>
              <a:t>Compilation</a:t>
            </a:r>
            <a:r>
              <a:rPr lang="en-US" dirty="0">
                <a:solidFill>
                  <a:srgbClr val="FF0000"/>
                </a:solidFill>
              </a:rPr>
              <a:t> warnings and no errors</a:t>
            </a:r>
            <a:r>
              <a:rPr lang="en-US" dirty="0"/>
              <a:t> with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strstr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() </a:t>
            </a:r>
            <a:r>
              <a:rPr lang="en-US" dirty="0"/>
              <a:t>function in </a:t>
            </a:r>
            <a:r>
              <a:rPr lang="en-US" dirty="0">
                <a:solidFill>
                  <a:srgbClr val="FF0000"/>
                </a:solidFill>
              </a:rPr>
              <a:t>VS Community edition</a:t>
            </a:r>
            <a:endParaRPr lang="en-S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63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39995-E887-C099-3130-1E1CC64F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09C6E8-D542-B336-6F9C-4F656980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26F7E7-6143-9283-E777-E03C3CBE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695" y="933062"/>
            <a:ext cx="6284670" cy="3516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AA4235-C028-AD4E-391F-3A4ADB2FD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695" y="4287357"/>
            <a:ext cx="6105525" cy="20267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B1F23A-C649-E359-732B-9891BCD3A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9" y="933062"/>
            <a:ext cx="5598761" cy="5487894"/>
          </a:xfrm>
          <a:custGeom>
            <a:avLst/>
            <a:gdLst>
              <a:gd name="connsiteX0" fmla="*/ 0 w 5598761"/>
              <a:gd name="connsiteY0" fmla="*/ 0 h 5487894"/>
              <a:gd name="connsiteX1" fmla="*/ 587870 w 5598761"/>
              <a:gd name="connsiteY1" fmla="*/ 0 h 5487894"/>
              <a:gd name="connsiteX2" fmla="*/ 1287715 w 5598761"/>
              <a:gd name="connsiteY2" fmla="*/ 0 h 5487894"/>
              <a:gd name="connsiteX3" fmla="*/ 2099535 w 5598761"/>
              <a:gd name="connsiteY3" fmla="*/ 0 h 5487894"/>
              <a:gd name="connsiteX4" fmla="*/ 2687405 w 5598761"/>
              <a:gd name="connsiteY4" fmla="*/ 0 h 5487894"/>
              <a:gd name="connsiteX5" fmla="*/ 3443238 w 5598761"/>
              <a:gd name="connsiteY5" fmla="*/ 0 h 5487894"/>
              <a:gd name="connsiteX6" fmla="*/ 4031108 w 5598761"/>
              <a:gd name="connsiteY6" fmla="*/ 0 h 5487894"/>
              <a:gd name="connsiteX7" fmla="*/ 4730953 w 5598761"/>
              <a:gd name="connsiteY7" fmla="*/ 0 h 5487894"/>
              <a:gd name="connsiteX8" fmla="*/ 5598761 w 5598761"/>
              <a:gd name="connsiteY8" fmla="*/ 0 h 5487894"/>
              <a:gd name="connsiteX9" fmla="*/ 5598761 w 5598761"/>
              <a:gd name="connsiteY9" fmla="*/ 521350 h 5487894"/>
              <a:gd name="connsiteX10" fmla="*/ 5598761 w 5598761"/>
              <a:gd name="connsiteY10" fmla="*/ 1317095 h 5487894"/>
              <a:gd name="connsiteX11" fmla="*/ 5598761 w 5598761"/>
              <a:gd name="connsiteY11" fmla="*/ 2003081 h 5487894"/>
              <a:gd name="connsiteX12" fmla="*/ 5598761 w 5598761"/>
              <a:gd name="connsiteY12" fmla="*/ 2798826 h 5487894"/>
              <a:gd name="connsiteX13" fmla="*/ 5598761 w 5598761"/>
              <a:gd name="connsiteY13" fmla="*/ 3539692 h 5487894"/>
              <a:gd name="connsiteX14" fmla="*/ 5598761 w 5598761"/>
              <a:gd name="connsiteY14" fmla="*/ 4170799 h 5487894"/>
              <a:gd name="connsiteX15" fmla="*/ 5598761 w 5598761"/>
              <a:gd name="connsiteY15" fmla="*/ 5487894 h 5487894"/>
              <a:gd name="connsiteX16" fmla="*/ 5010891 w 5598761"/>
              <a:gd name="connsiteY16" fmla="*/ 5487894 h 5487894"/>
              <a:gd name="connsiteX17" fmla="*/ 4311046 w 5598761"/>
              <a:gd name="connsiteY17" fmla="*/ 5487894 h 5487894"/>
              <a:gd name="connsiteX18" fmla="*/ 3499226 w 5598761"/>
              <a:gd name="connsiteY18" fmla="*/ 5487894 h 5487894"/>
              <a:gd name="connsiteX19" fmla="*/ 2687405 w 5598761"/>
              <a:gd name="connsiteY19" fmla="*/ 5487894 h 5487894"/>
              <a:gd name="connsiteX20" fmla="*/ 1931573 w 5598761"/>
              <a:gd name="connsiteY20" fmla="*/ 5487894 h 5487894"/>
              <a:gd name="connsiteX21" fmla="*/ 1175740 w 5598761"/>
              <a:gd name="connsiteY21" fmla="*/ 5487894 h 5487894"/>
              <a:gd name="connsiteX22" fmla="*/ 0 w 5598761"/>
              <a:gd name="connsiteY22" fmla="*/ 5487894 h 5487894"/>
              <a:gd name="connsiteX23" fmla="*/ 0 w 5598761"/>
              <a:gd name="connsiteY23" fmla="*/ 4911665 h 5487894"/>
              <a:gd name="connsiteX24" fmla="*/ 0 w 5598761"/>
              <a:gd name="connsiteY24" fmla="*/ 4225678 h 5487894"/>
              <a:gd name="connsiteX25" fmla="*/ 0 w 5598761"/>
              <a:gd name="connsiteY25" fmla="*/ 3539692 h 5487894"/>
              <a:gd name="connsiteX26" fmla="*/ 0 w 5598761"/>
              <a:gd name="connsiteY26" fmla="*/ 3018342 h 5487894"/>
              <a:gd name="connsiteX27" fmla="*/ 0 w 5598761"/>
              <a:gd name="connsiteY27" fmla="*/ 2277476 h 5487894"/>
              <a:gd name="connsiteX28" fmla="*/ 0 w 5598761"/>
              <a:gd name="connsiteY28" fmla="*/ 1756126 h 5487894"/>
              <a:gd name="connsiteX29" fmla="*/ 0 w 5598761"/>
              <a:gd name="connsiteY29" fmla="*/ 1070139 h 5487894"/>
              <a:gd name="connsiteX30" fmla="*/ 0 w 5598761"/>
              <a:gd name="connsiteY30" fmla="*/ 0 h 548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598761" h="5487894" fill="none" extrusionOk="0">
                <a:moveTo>
                  <a:pt x="0" y="0"/>
                </a:moveTo>
                <a:cubicBezTo>
                  <a:pt x="149163" y="8502"/>
                  <a:pt x="462617" y="19660"/>
                  <a:pt x="587870" y="0"/>
                </a:cubicBezTo>
                <a:cubicBezTo>
                  <a:pt x="713123" y="-19660"/>
                  <a:pt x="1123373" y="-27967"/>
                  <a:pt x="1287715" y="0"/>
                </a:cubicBezTo>
                <a:cubicBezTo>
                  <a:pt x="1452058" y="27967"/>
                  <a:pt x="1796641" y="-34731"/>
                  <a:pt x="2099535" y="0"/>
                </a:cubicBezTo>
                <a:cubicBezTo>
                  <a:pt x="2402429" y="34731"/>
                  <a:pt x="2403851" y="24831"/>
                  <a:pt x="2687405" y="0"/>
                </a:cubicBezTo>
                <a:cubicBezTo>
                  <a:pt x="2970959" y="-24831"/>
                  <a:pt x="3247727" y="-5181"/>
                  <a:pt x="3443238" y="0"/>
                </a:cubicBezTo>
                <a:cubicBezTo>
                  <a:pt x="3638749" y="5181"/>
                  <a:pt x="3882157" y="2258"/>
                  <a:pt x="4031108" y="0"/>
                </a:cubicBezTo>
                <a:cubicBezTo>
                  <a:pt x="4180059" y="-2258"/>
                  <a:pt x="4447736" y="3869"/>
                  <a:pt x="4730953" y="0"/>
                </a:cubicBezTo>
                <a:cubicBezTo>
                  <a:pt x="5014170" y="-3869"/>
                  <a:pt x="5374796" y="38184"/>
                  <a:pt x="5598761" y="0"/>
                </a:cubicBezTo>
                <a:cubicBezTo>
                  <a:pt x="5595231" y="216724"/>
                  <a:pt x="5573511" y="265941"/>
                  <a:pt x="5598761" y="521350"/>
                </a:cubicBezTo>
                <a:cubicBezTo>
                  <a:pt x="5624012" y="776759"/>
                  <a:pt x="5582707" y="979659"/>
                  <a:pt x="5598761" y="1317095"/>
                </a:cubicBezTo>
                <a:cubicBezTo>
                  <a:pt x="5614815" y="1654531"/>
                  <a:pt x="5589298" y="1759512"/>
                  <a:pt x="5598761" y="2003081"/>
                </a:cubicBezTo>
                <a:cubicBezTo>
                  <a:pt x="5608224" y="2246650"/>
                  <a:pt x="5593383" y="2605425"/>
                  <a:pt x="5598761" y="2798826"/>
                </a:cubicBezTo>
                <a:cubicBezTo>
                  <a:pt x="5604139" y="2992227"/>
                  <a:pt x="5582426" y="3302182"/>
                  <a:pt x="5598761" y="3539692"/>
                </a:cubicBezTo>
                <a:cubicBezTo>
                  <a:pt x="5615096" y="3777202"/>
                  <a:pt x="5629182" y="3981286"/>
                  <a:pt x="5598761" y="4170799"/>
                </a:cubicBezTo>
                <a:cubicBezTo>
                  <a:pt x="5568340" y="4360312"/>
                  <a:pt x="5648326" y="5085593"/>
                  <a:pt x="5598761" y="5487894"/>
                </a:cubicBezTo>
                <a:cubicBezTo>
                  <a:pt x="5479321" y="5483577"/>
                  <a:pt x="5297233" y="5499804"/>
                  <a:pt x="5010891" y="5487894"/>
                </a:cubicBezTo>
                <a:cubicBezTo>
                  <a:pt x="4724549" y="5475985"/>
                  <a:pt x="4531879" y="5460421"/>
                  <a:pt x="4311046" y="5487894"/>
                </a:cubicBezTo>
                <a:cubicBezTo>
                  <a:pt x="4090213" y="5515367"/>
                  <a:pt x="3834873" y="5454081"/>
                  <a:pt x="3499226" y="5487894"/>
                </a:cubicBezTo>
                <a:cubicBezTo>
                  <a:pt x="3163579" y="5521707"/>
                  <a:pt x="2950039" y="5518769"/>
                  <a:pt x="2687405" y="5487894"/>
                </a:cubicBezTo>
                <a:cubicBezTo>
                  <a:pt x="2424771" y="5457019"/>
                  <a:pt x="2187475" y="5478827"/>
                  <a:pt x="1931573" y="5487894"/>
                </a:cubicBezTo>
                <a:cubicBezTo>
                  <a:pt x="1675671" y="5496961"/>
                  <a:pt x="1466866" y="5499744"/>
                  <a:pt x="1175740" y="5487894"/>
                </a:cubicBezTo>
                <a:cubicBezTo>
                  <a:pt x="884614" y="5476044"/>
                  <a:pt x="275641" y="5483199"/>
                  <a:pt x="0" y="5487894"/>
                </a:cubicBezTo>
                <a:cubicBezTo>
                  <a:pt x="-695" y="5328295"/>
                  <a:pt x="28120" y="5083686"/>
                  <a:pt x="0" y="4911665"/>
                </a:cubicBezTo>
                <a:cubicBezTo>
                  <a:pt x="-28120" y="4739644"/>
                  <a:pt x="-7321" y="4526458"/>
                  <a:pt x="0" y="4225678"/>
                </a:cubicBezTo>
                <a:cubicBezTo>
                  <a:pt x="7321" y="3924898"/>
                  <a:pt x="33126" y="3687431"/>
                  <a:pt x="0" y="3539692"/>
                </a:cubicBezTo>
                <a:cubicBezTo>
                  <a:pt x="-33126" y="3391953"/>
                  <a:pt x="221" y="3139854"/>
                  <a:pt x="0" y="3018342"/>
                </a:cubicBezTo>
                <a:cubicBezTo>
                  <a:pt x="-221" y="2896830"/>
                  <a:pt x="-20035" y="2465290"/>
                  <a:pt x="0" y="2277476"/>
                </a:cubicBezTo>
                <a:cubicBezTo>
                  <a:pt x="20035" y="2089662"/>
                  <a:pt x="25487" y="1990601"/>
                  <a:pt x="0" y="1756126"/>
                </a:cubicBezTo>
                <a:cubicBezTo>
                  <a:pt x="-25487" y="1521651"/>
                  <a:pt x="-20992" y="1410941"/>
                  <a:pt x="0" y="1070139"/>
                </a:cubicBezTo>
                <a:cubicBezTo>
                  <a:pt x="20992" y="729337"/>
                  <a:pt x="17376" y="512563"/>
                  <a:pt x="0" y="0"/>
                </a:cubicBezTo>
                <a:close/>
              </a:path>
              <a:path w="5598761" h="5487894" stroke="0" extrusionOk="0">
                <a:moveTo>
                  <a:pt x="0" y="0"/>
                </a:moveTo>
                <a:cubicBezTo>
                  <a:pt x="267311" y="23940"/>
                  <a:pt x="386866" y="-18522"/>
                  <a:pt x="643858" y="0"/>
                </a:cubicBezTo>
                <a:cubicBezTo>
                  <a:pt x="900850" y="18522"/>
                  <a:pt x="1046972" y="-5229"/>
                  <a:pt x="1175740" y="0"/>
                </a:cubicBezTo>
                <a:cubicBezTo>
                  <a:pt x="1304508" y="5229"/>
                  <a:pt x="1604155" y="-30228"/>
                  <a:pt x="1987560" y="0"/>
                </a:cubicBezTo>
                <a:cubicBezTo>
                  <a:pt x="2370965" y="30228"/>
                  <a:pt x="2439261" y="-30423"/>
                  <a:pt x="2631418" y="0"/>
                </a:cubicBezTo>
                <a:cubicBezTo>
                  <a:pt x="2823575" y="30423"/>
                  <a:pt x="3103992" y="5002"/>
                  <a:pt x="3275275" y="0"/>
                </a:cubicBezTo>
                <a:cubicBezTo>
                  <a:pt x="3446558" y="-5002"/>
                  <a:pt x="3739277" y="6892"/>
                  <a:pt x="4087096" y="0"/>
                </a:cubicBezTo>
                <a:cubicBezTo>
                  <a:pt x="4434915" y="-6892"/>
                  <a:pt x="4428113" y="-701"/>
                  <a:pt x="4674965" y="0"/>
                </a:cubicBezTo>
                <a:cubicBezTo>
                  <a:pt x="4921817" y="701"/>
                  <a:pt x="5203697" y="3062"/>
                  <a:pt x="5598761" y="0"/>
                </a:cubicBezTo>
                <a:cubicBezTo>
                  <a:pt x="5598112" y="332699"/>
                  <a:pt x="5566998" y="444498"/>
                  <a:pt x="5598761" y="795745"/>
                </a:cubicBezTo>
                <a:cubicBezTo>
                  <a:pt x="5630524" y="1146992"/>
                  <a:pt x="5570045" y="1122540"/>
                  <a:pt x="5598761" y="1371974"/>
                </a:cubicBezTo>
                <a:cubicBezTo>
                  <a:pt x="5627477" y="1621408"/>
                  <a:pt x="5570767" y="1886415"/>
                  <a:pt x="5598761" y="2057960"/>
                </a:cubicBezTo>
                <a:cubicBezTo>
                  <a:pt x="5626755" y="2229505"/>
                  <a:pt x="5605718" y="2536185"/>
                  <a:pt x="5598761" y="2798826"/>
                </a:cubicBezTo>
                <a:cubicBezTo>
                  <a:pt x="5591804" y="3061467"/>
                  <a:pt x="5585812" y="3193503"/>
                  <a:pt x="5598761" y="3320176"/>
                </a:cubicBezTo>
                <a:cubicBezTo>
                  <a:pt x="5611711" y="3446849"/>
                  <a:pt x="5628173" y="3792101"/>
                  <a:pt x="5598761" y="4006163"/>
                </a:cubicBezTo>
                <a:cubicBezTo>
                  <a:pt x="5569349" y="4220225"/>
                  <a:pt x="5601486" y="4403691"/>
                  <a:pt x="5598761" y="4692149"/>
                </a:cubicBezTo>
                <a:cubicBezTo>
                  <a:pt x="5596036" y="4980607"/>
                  <a:pt x="5593099" y="5288780"/>
                  <a:pt x="5598761" y="5487894"/>
                </a:cubicBezTo>
                <a:cubicBezTo>
                  <a:pt x="5293001" y="5472177"/>
                  <a:pt x="5198039" y="5462831"/>
                  <a:pt x="4842928" y="5487894"/>
                </a:cubicBezTo>
                <a:cubicBezTo>
                  <a:pt x="4487817" y="5512957"/>
                  <a:pt x="4324295" y="5495532"/>
                  <a:pt x="4143083" y="5487894"/>
                </a:cubicBezTo>
                <a:cubicBezTo>
                  <a:pt x="3961872" y="5480256"/>
                  <a:pt x="3870879" y="5471836"/>
                  <a:pt x="3611201" y="5487894"/>
                </a:cubicBezTo>
                <a:cubicBezTo>
                  <a:pt x="3351523" y="5503952"/>
                  <a:pt x="3172847" y="5475311"/>
                  <a:pt x="3023331" y="5487894"/>
                </a:cubicBezTo>
                <a:cubicBezTo>
                  <a:pt x="2873815" y="5500478"/>
                  <a:pt x="2448915" y="5501397"/>
                  <a:pt x="2211511" y="5487894"/>
                </a:cubicBezTo>
                <a:cubicBezTo>
                  <a:pt x="1974107" y="5474391"/>
                  <a:pt x="1852002" y="5463405"/>
                  <a:pt x="1511665" y="5487894"/>
                </a:cubicBezTo>
                <a:cubicBezTo>
                  <a:pt x="1171328" y="5512383"/>
                  <a:pt x="1152967" y="5505720"/>
                  <a:pt x="923796" y="5487894"/>
                </a:cubicBezTo>
                <a:cubicBezTo>
                  <a:pt x="694625" y="5470068"/>
                  <a:pt x="255530" y="5527533"/>
                  <a:pt x="0" y="5487894"/>
                </a:cubicBezTo>
                <a:cubicBezTo>
                  <a:pt x="-3734" y="5359387"/>
                  <a:pt x="-16754" y="5152003"/>
                  <a:pt x="0" y="4966544"/>
                </a:cubicBezTo>
                <a:cubicBezTo>
                  <a:pt x="16754" y="4781085"/>
                  <a:pt x="-1626" y="4686066"/>
                  <a:pt x="0" y="4445194"/>
                </a:cubicBezTo>
                <a:cubicBezTo>
                  <a:pt x="1626" y="4204322"/>
                  <a:pt x="30951" y="3938544"/>
                  <a:pt x="0" y="3704328"/>
                </a:cubicBezTo>
                <a:cubicBezTo>
                  <a:pt x="-30951" y="3470112"/>
                  <a:pt x="21847" y="3381388"/>
                  <a:pt x="0" y="3128100"/>
                </a:cubicBezTo>
                <a:cubicBezTo>
                  <a:pt x="-21847" y="2874812"/>
                  <a:pt x="38645" y="2568718"/>
                  <a:pt x="0" y="2332355"/>
                </a:cubicBezTo>
                <a:cubicBezTo>
                  <a:pt x="-38645" y="2095992"/>
                  <a:pt x="-16704" y="1944462"/>
                  <a:pt x="0" y="1701247"/>
                </a:cubicBezTo>
                <a:cubicBezTo>
                  <a:pt x="16704" y="1458032"/>
                  <a:pt x="-13432" y="1415396"/>
                  <a:pt x="0" y="1179897"/>
                </a:cubicBezTo>
                <a:cubicBezTo>
                  <a:pt x="13432" y="944398"/>
                  <a:pt x="-45303" y="261513"/>
                  <a:pt x="0" y="0"/>
                </a:cubicBezTo>
                <a:close/>
              </a:path>
            </a:pathLst>
          </a:custGeom>
          <a:ln>
            <a:solidFill>
              <a:schemeClr val="accent5">
                <a:lumMod val="20000"/>
                <a:lumOff val="8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80860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Preprocessor macro for debug-print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48F44E-A5E8-70E2-FE96-6896294B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10" y="1668261"/>
            <a:ext cx="866775" cy="504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4FDDA6-30BD-8A29-3116-139052826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493" y="3949956"/>
            <a:ext cx="866775" cy="476250"/>
          </a:xfrm>
          <a:prstGeom prst="rect">
            <a:avLst/>
          </a:prstGeom>
        </p:spPr>
      </p:pic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20C8B514-E2A1-6265-4960-EE3FA2F5020F}"/>
              </a:ext>
            </a:extLst>
          </p:cNvPr>
          <p:cNvSpPr/>
          <p:nvPr/>
        </p:nvSpPr>
        <p:spPr>
          <a:xfrm>
            <a:off x="5328276" y="2588442"/>
            <a:ext cx="1198485" cy="692458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DEBUG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9989D37-631A-1DE6-AC9F-EA4C3B3FCCFA}"/>
              </a:ext>
            </a:extLst>
          </p:cNvPr>
          <p:cNvCxnSpPr>
            <a:stCxn id="5" idx="2"/>
            <a:endCxn id="4" idx="1"/>
          </p:cNvCxnSpPr>
          <p:nvPr/>
        </p:nvCxnSpPr>
        <p:spPr>
          <a:xfrm rot="16200000" flipH="1">
            <a:off x="5831916" y="3376503"/>
            <a:ext cx="907181" cy="7159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71C428B-0217-CB5F-E846-809D87DA5C9B}"/>
              </a:ext>
            </a:extLst>
          </p:cNvPr>
          <p:cNvCxnSpPr>
            <a:stCxn id="5" idx="0"/>
            <a:endCxn id="2" idx="3"/>
          </p:cNvCxnSpPr>
          <p:nvPr/>
        </p:nvCxnSpPr>
        <p:spPr>
          <a:xfrm rot="16200000" flipV="1">
            <a:off x="5160168" y="1821091"/>
            <a:ext cx="667768" cy="8669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6CF16D-48DA-B74C-5843-4933AA9BAC61}"/>
              </a:ext>
            </a:extLst>
          </p:cNvPr>
          <p:cNvGrpSpPr/>
          <p:nvPr/>
        </p:nvGrpSpPr>
        <p:grpSpPr>
          <a:xfrm>
            <a:off x="7626555" y="1128260"/>
            <a:ext cx="4252256" cy="5324556"/>
            <a:chOff x="7626555" y="1128260"/>
            <a:chExt cx="4252256" cy="532455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46B3C9A-DA05-D369-CC0B-4C6E992A4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6555" y="1128260"/>
              <a:ext cx="4252256" cy="435061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F56819-AA11-AD0D-6ACD-2E48BA1A5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26596" y="5539953"/>
              <a:ext cx="2896090" cy="912863"/>
            </a:xfrm>
            <a:prstGeom prst="rect">
              <a:avLst/>
            </a:prstGeom>
          </p:spPr>
        </p:pic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303F803-22F5-71F0-38DB-2D62D01E68A8}"/>
                </a:ext>
              </a:extLst>
            </p:cNvPr>
            <p:cNvSpPr/>
            <p:nvPr/>
          </p:nvSpPr>
          <p:spPr>
            <a:xfrm>
              <a:off x="8098132" y="2019394"/>
              <a:ext cx="1456929" cy="902163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2F13417-19DA-BCB7-8A8A-9B16FB1884B8}"/>
                </a:ext>
              </a:extLst>
            </p:cNvPr>
            <p:cNvSpPr/>
            <p:nvPr/>
          </p:nvSpPr>
          <p:spPr>
            <a:xfrm>
              <a:off x="8405770" y="3903358"/>
              <a:ext cx="324964" cy="122181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B9074BB-ED87-448C-9D68-5B6176D6656B}"/>
                </a:ext>
              </a:extLst>
            </p:cNvPr>
            <p:cNvSpPr/>
            <p:nvPr/>
          </p:nvSpPr>
          <p:spPr>
            <a:xfrm>
              <a:off x="8405771" y="4372824"/>
              <a:ext cx="288630" cy="417290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B9EDFEE-2B6D-B77D-5CE4-E7B401939831}"/>
              </a:ext>
            </a:extLst>
          </p:cNvPr>
          <p:cNvSpPr txBox="1"/>
          <p:nvPr/>
        </p:nvSpPr>
        <p:spPr>
          <a:xfrm>
            <a:off x="4565446" y="4949505"/>
            <a:ext cx="294482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Debug-print</a:t>
            </a:r>
          </a:p>
          <a:p>
            <a:pPr marL="342900" indent="-342900">
              <a:buAutoNum type="arabicPeriod"/>
            </a:pPr>
            <a:r>
              <a:rPr lang="en-US" sz="1600" dirty="0"/>
              <a:t>No compiler error / warning</a:t>
            </a:r>
            <a:endParaRPr lang="en-SG" sz="16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CA258EE-7563-9ECC-1214-9D4D3DF0B6D6}"/>
              </a:ext>
            </a:extLst>
          </p:cNvPr>
          <p:cNvGrpSpPr/>
          <p:nvPr/>
        </p:nvGrpSpPr>
        <p:grpSpPr>
          <a:xfrm>
            <a:off x="230413" y="1518390"/>
            <a:ext cx="3901030" cy="5044735"/>
            <a:chOff x="230413" y="1518390"/>
            <a:chExt cx="3901030" cy="504473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D1CB75-0632-E1B9-B2F1-D12646E00016}"/>
                </a:ext>
              </a:extLst>
            </p:cNvPr>
            <p:cNvGrpSpPr/>
            <p:nvPr/>
          </p:nvGrpSpPr>
          <p:grpSpPr>
            <a:xfrm>
              <a:off x="230413" y="1518390"/>
              <a:ext cx="3798071" cy="3928095"/>
              <a:chOff x="230413" y="1518390"/>
              <a:chExt cx="3798071" cy="3928095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A80142F-A7B4-D6D0-7EE6-983382F4FA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413" y="1518390"/>
                <a:ext cx="3798071" cy="3928095"/>
              </a:xfrm>
              <a:prstGeom prst="rect">
                <a:avLst/>
              </a:prstGeom>
            </p:spPr>
          </p:pic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7C6ED6A-25FA-D0C7-59C6-5532732002BD}"/>
                  </a:ext>
                </a:extLst>
              </p:cNvPr>
              <p:cNvSpPr/>
              <p:nvPr/>
            </p:nvSpPr>
            <p:spPr>
              <a:xfrm>
                <a:off x="670419" y="2295396"/>
                <a:ext cx="1326161" cy="830041"/>
              </a:xfrm>
              <a:prstGeom prst="round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89F5979-A3CC-80D9-1FA0-D7B0D2648426}"/>
                  </a:ext>
                </a:extLst>
              </p:cNvPr>
              <p:cNvSpPr/>
              <p:nvPr/>
            </p:nvSpPr>
            <p:spPr>
              <a:xfrm>
                <a:off x="894433" y="4025539"/>
                <a:ext cx="313582" cy="127011"/>
              </a:xfrm>
              <a:prstGeom prst="round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D028F83-1CDE-D8AF-089C-2916433B8FAE}"/>
                  </a:ext>
                </a:extLst>
              </p:cNvPr>
              <p:cNvSpPr/>
              <p:nvPr/>
            </p:nvSpPr>
            <p:spPr>
              <a:xfrm>
                <a:off x="894434" y="4451472"/>
                <a:ext cx="313582" cy="325239"/>
              </a:xfrm>
              <a:prstGeom prst="round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24D796-6730-C74D-A416-C150AF9FE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1302" y="5072433"/>
              <a:ext cx="2410141" cy="1490692"/>
            </a:xfrm>
            <a:prstGeom prst="rect">
              <a:avLst/>
            </a:prstGeom>
          </p:spPr>
        </p:pic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1B1F8CB7-2692-9AA1-1174-C4382BFBD9A8}"/>
              </a:ext>
            </a:extLst>
          </p:cNvPr>
          <p:cNvSpPr/>
          <p:nvPr/>
        </p:nvSpPr>
        <p:spPr>
          <a:xfrm>
            <a:off x="2154373" y="2524039"/>
            <a:ext cx="369890" cy="3511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6F93EEA-414E-6FFE-0097-C25E594ABC8C}"/>
              </a:ext>
            </a:extLst>
          </p:cNvPr>
          <p:cNvSpPr/>
          <p:nvPr/>
        </p:nvSpPr>
        <p:spPr>
          <a:xfrm>
            <a:off x="692981" y="4800043"/>
            <a:ext cx="369890" cy="3511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8B3A883-81F3-B3A2-B992-7B7009883431}"/>
              </a:ext>
            </a:extLst>
          </p:cNvPr>
          <p:cNvSpPr/>
          <p:nvPr/>
        </p:nvSpPr>
        <p:spPr>
          <a:xfrm>
            <a:off x="3548077" y="4238452"/>
            <a:ext cx="369890" cy="3511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944711-1252-1960-C01A-933CB8BE8ABD}"/>
              </a:ext>
            </a:extLst>
          </p:cNvPr>
          <p:cNvSpPr/>
          <p:nvPr/>
        </p:nvSpPr>
        <p:spPr>
          <a:xfrm>
            <a:off x="9671348" y="2237309"/>
            <a:ext cx="369890" cy="3511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DA16853-DC22-4103-9F91-21C55AB5E845}"/>
              </a:ext>
            </a:extLst>
          </p:cNvPr>
          <p:cNvSpPr/>
          <p:nvPr/>
        </p:nvSpPr>
        <p:spPr>
          <a:xfrm>
            <a:off x="11285891" y="4130431"/>
            <a:ext cx="369890" cy="3511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7920D95-303B-C47D-D686-649CE5F847F0}"/>
              </a:ext>
            </a:extLst>
          </p:cNvPr>
          <p:cNvSpPr/>
          <p:nvPr/>
        </p:nvSpPr>
        <p:spPr>
          <a:xfrm>
            <a:off x="8285590" y="4831773"/>
            <a:ext cx="369890" cy="3511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215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D2FA3-961C-A1B1-A4F5-F764606FAC4C}"/>
              </a:ext>
            </a:extLst>
          </p:cNvPr>
          <p:cNvSpPr txBox="1"/>
          <p:nvPr/>
        </p:nvSpPr>
        <p:spPr>
          <a:xfrm>
            <a:off x="624348" y="1061992"/>
            <a:ext cx="111596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Instructions to submit and auto grade your code to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Gradescope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Download the skeleton code file “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/>
              </a:rPr>
              <a:t>insertionSort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from the “C\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 Assignments\Lab4”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xSiTe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folder.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change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name or function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your code to the function “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main()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and other required functions.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Don’t use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sys.argv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[]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user inputs. Use other functions such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scanf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fgets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(), </a:t>
            </a:r>
            <a:r>
              <a:rPr kumimoji="0" lang="en-SG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fgetc</a:t>
            </a:r>
            <a:r>
              <a:rPr kumimoji="0" lang="en-SG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  <a:r>
              <a:rPr kumimoji="0" lang="en-S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etc.,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Drag and drop your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locally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tested code (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insertionSort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.c) to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Gradescope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You can submit and auto graded any number of times. Last submission counts.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test cases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maximum score for this task is 5.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Autograder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will be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timed out after 10 minutes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21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3AD1-AB19-4170-2DA0-1DCA33D5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476C06-E441-22C5-B378-C0BA316A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93BA2-4349-3988-DAE6-1A7B718726DA}"/>
              </a:ext>
            </a:extLst>
          </p:cNvPr>
          <p:cNvSpPr txBox="1"/>
          <p:nvPr/>
        </p:nvSpPr>
        <p:spPr>
          <a:xfrm>
            <a:off x="838200" y="932793"/>
            <a:ext cx="1115961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Control measures 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Gradescope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prstClr val="black"/>
                </a:solidFill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utograder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time out: Execute each test case for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30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seconds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maximum and limit output to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50 lines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Missing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new lines (“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\n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”) in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printf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():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Normalized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actual and expected outputs.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Extra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white spaces</a:t>
            </a:r>
            <a:r>
              <a:rPr lang="en-US" sz="2000" dirty="0">
                <a:solidFill>
                  <a:prstClr val="black"/>
                </a:solidFill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Normalized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actual and expected outputs.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000" dirty="0">
                <a:solidFill>
                  <a:srgbClr val="C00000"/>
                </a:solidFill>
              </a:rPr>
              <a:t>Case</a:t>
            </a:r>
            <a:r>
              <a:rPr lang="en-US" sz="2000" dirty="0">
                <a:solidFill>
                  <a:prstClr val="black"/>
                </a:solidFill>
              </a:rPr>
              <a:t> sensitiveness: </a:t>
            </a:r>
            <a:r>
              <a:rPr lang="en-US" sz="2000" dirty="0">
                <a:solidFill>
                  <a:srgbClr val="C00000"/>
                </a:solidFill>
              </a:rPr>
              <a:t>Not normalized</a:t>
            </a:r>
            <a:r>
              <a:rPr lang="en-US" sz="2000" dirty="0">
                <a:solidFill>
                  <a:prstClr val="black"/>
                </a:solidFill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000" dirty="0">
                <a:solidFill>
                  <a:prstClr val="black"/>
                </a:solidFill>
              </a:rPr>
              <a:t>Show first mismatch, or </a:t>
            </a:r>
            <a:r>
              <a:rPr lang="en-US" sz="2000" dirty="0">
                <a:solidFill>
                  <a:srgbClr val="C00000"/>
                </a:solidFill>
              </a:rPr>
              <a:t>all</a:t>
            </a:r>
            <a:r>
              <a:rPr lang="en-US" sz="2000" dirty="0">
                <a:solidFill>
                  <a:prstClr val="black"/>
                </a:solidFill>
              </a:rPr>
              <a:t> expected (</a:t>
            </a:r>
            <a:r>
              <a:rPr lang="en-US" sz="2000" dirty="0">
                <a:solidFill>
                  <a:srgbClr val="C00000"/>
                </a:solidFill>
              </a:rPr>
              <a:t>Exp</a:t>
            </a:r>
            <a:r>
              <a:rPr lang="en-US" sz="2000" dirty="0">
                <a:solidFill>
                  <a:prstClr val="black"/>
                </a:solidFill>
              </a:rPr>
              <a:t>) and actual (</a:t>
            </a:r>
            <a:r>
              <a:rPr lang="en-US" sz="2000" dirty="0">
                <a:solidFill>
                  <a:srgbClr val="C00000"/>
                </a:solidFill>
              </a:rPr>
              <a:t>Got</a:t>
            </a:r>
            <a:r>
              <a:rPr lang="en-US" sz="2000" dirty="0">
                <a:solidFill>
                  <a:prstClr val="black"/>
                </a:solidFill>
              </a:rPr>
              <a:t>) outputs: depending on tasks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Environment: </a:t>
            </a:r>
            <a:r>
              <a:rPr lang="en-US" sz="2000" dirty="0">
                <a:solidFill>
                  <a:prstClr val="black"/>
                </a:solidFill>
                <a:latin typeface="+mn-lt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111111"/>
                </a:solidFill>
              </a:rPr>
              <a:t>OS: </a:t>
            </a:r>
            <a:r>
              <a:rPr lang="en-US" sz="2000" dirty="0">
                <a:solidFill>
                  <a:srgbClr val="C00000"/>
                </a:solidFill>
              </a:rPr>
              <a:t>Ubuntu 22.04</a:t>
            </a:r>
            <a:r>
              <a:rPr lang="en-US" sz="2000" dirty="0">
                <a:solidFill>
                  <a:srgbClr val="111111"/>
                </a:solidFill>
              </a:rPr>
              <a:t>, Compiler: </a:t>
            </a:r>
            <a:r>
              <a:rPr lang="en-US" sz="2000" dirty="0" err="1">
                <a:solidFill>
                  <a:srgbClr val="C00000"/>
                </a:solidFill>
              </a:rPr>
              <a:t>gcc</a:t>
            </a:r>
            <a:r>
              <a:rPr lang="en-US" sz="2000" dirty="0">
                <a:solidFill>
                  <a:srgbClr val="111111"/>
                </a:solidFill>
              </a:rPr>
              <a:t> (GNU C Compiler), CPU:1, RAM: 1.5 GB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000" dirty="0">
                <a:solidFill>
                  <a:prstClr val="black"/>
                </a:solidFill>
              </a:rPr>
              <a:t>s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canf</a:t>
            </a:r>
            <a:r>
              <a:rPr lang="en-US" sz="2000" dirty="0">
                <a:solidFill>
                  <a:prstClr val="black"/>
                </a:solidFill>
              </a:rPr>
              <a:t>() / </a:t>
            </a:r>
            <a:r>
              <a:rPr lang="en-US" sz="2000" dirty="0" err="1">
                <a:solidFill>
                  <a:prstClr val="black"/>
                </a:solidFill>
              </a:rPr>
              <a:t>scanf_s</a:t>
            </a:r>
            <a:r>
              <a:rPr lang="en-US" sz="2000" dirty="0">
                <a:solidFill>
                  <a:prstClr val="black"/>
                </a:solidFill>
              </a:rPr>
              <a:t>():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C00000"/>
                </a:solidFill>
                <a:latin typeface="+mn-lt"/>
              </a:rPr>
              <a:t>scanf_s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  </a:t>
            </a:r>
            <a:r>
              <a:rPr lang="en-US" altLang="en-US" sz="2000" dirty="0">
                <a:solidFill>
                  <a:srgbClr val="111111"/>
                </a:solidFill>
                <a:latin typeface="+mn-lt"/>
              </a:rPr>
              <a:t>is a secure version of </a:t>
            </a:r>
            <a:r>
              <a:rPr lang="en-US" altLang="en-US" sz="2000" dirty="0" err="1">
                <a:solidFill>
                  <a:srgbClr val="111111"/>
                </a:solidFill>
                <a:latin typeface="+mn-lt"/>
              </a:rPr>
              <a:t>scanf</a:t>
            </a:r>
            <a:r>
              <a:rPr lang="en-US" altLang="en-US" sz="2000" dirty="0">
                <a:solidFill>
                  <a:srgbClr val="111111"/>
                </a:solidFill>
                <a:latin typeface="+mn-lt"/>
              </a:rPr>
              <a:t> available in the Microsoft C Runtime Library, which includes additional parameters for buffer sizes to prevent buffer overflows.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C00000"/>
                </a:solidFill>
              </a:rPr>
              <a:t>s</a:t>
            </a:r>
            <a:r>
              <a:rPr lang="en-US" altLang="en-US" sz="2000" dirty="0" err="1">
                <a:solidFill>
                  <a:srgbClr val="C00000"/>
                </a:solidFill>
                <a:latin typeface="+mn-lt"/>
              </a:rPr>
              <a:t>canf</a:t>
            </a:r>
            <a:r>
              <a:rPr lang="en-US" altLang="en-US" sz="2000" dirty="0">
                <a:solidFill>
                  <a:srgbClr val="111111"/>
                </a:solidFill>
                <a:latin typeface="+mn-lt"/>
              </a:rPr>
              <a:t> is the standard input function available in the C standard library, which works on all platforms, including Linux.</a:t>
            </a:r>
            <a:endParaRPr lang="en-US" sz="2000" b="0" i="0" dirty="0">
              <a:solidFill>
                <a:srgbClr val="111111"/>
              </a:solidFill>
              <a:effectLst/>
              <a:latin typeface="+mn-lt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+mn-lt"/>
              </a:rPr>
              <a:t>If need to ensure input safety, add additional checks in the code to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+mn-lt"/>
              </a:rPr>
              <a:t>validate the input size and format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8706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31356-689B-1DAF-B774-FBA59721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D3BA8B-1E65-1615-8A73-4921BB75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1BAD9-6528-4639-C5AB-CF75066F88AD}"/>
              </a:ext>
            </a:extLst>
          </p:cNvPr>
          <p:cNvSpPr txBox="1"/>
          <p:nvPr/>
        </p:nvSpPr>
        <p:spPr>
          <a:xfrm>
            <a:off x="308263" y="2413337"/>
            <a:ext cx="11575473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00000"/>
                </a:solidFill>
              </a:rPr>
              <a:t>For </a:t>
            </a:r>
            <a:r>
              <a:rPr lang="en-US" sz="3000" dirty="0" err="1">
                <a:solidFill>
                  <a:srgbClr val="C00000"/>
                </a:solidFill>
              </a:rPr>
              <a:t>Gradescope</a:t>
            </a:r>
            <a:r>
              <a:rPr lang="en-US" sz="3000" dirty="0">
                <a:solidFill>
                  <a:srgbClr val="C00000"/>
                </a:solidFill>
              </a:rPr>
              <a:t> issues,  Screen shot </a:t>
            </a:r>
            <a:r>
              <a:rPr lang="en-US" sz="3000" dirty="0" err="1">
                <a:solidFill>
                  <a:srgbClr val="C00000"/>
                </a:solidFill>
              </a:rPr>
              <a:t>Gradescope</a:t>
            </a:r>
            <a:r>
              <a:rPr lang="en-US" sz="3000" dirty="0">
                <a:solidFill>
                  <a:srgbClr val="C00000"/>
                </a:solidFill>
              </a:rPr>
              <a:t> result page and email to:</a:t>
            </a:r>
          </a:p>
          <a:p>
            <a:r>
              <a:rPr lang="en-US" sz="3000" dirty="0">
                <a:solidFill>
                  <a:srgbClr val="C00000"/>
                </a:solidFill>
              </a:rPr>
              <a:t>jacob.abraham@singaporetech.edu.sg</a:t>
            </a:r>
            <a:endParaRPr lang="en-SG" sz="3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055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D2D2F-F63B-1854-9F28-790F15862D99}"/>
              </a:ext>
            </a:extLst>
          </p:cNvPr>
          <p:cNvSpPr txBox="1"/>
          <p:nvPr/>
        </p:nvSpPr>
        <p:spPr>
          <a:xfrm>
            <a:off x="838200" y="1302045"/>
            <a:ext cx="3037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C Lab Assignments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FB20A-3DCA-BD10-2FCB-EFDEE45AAB8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89460"/>
          <a:ext cx="10532107" cy="3266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53504">
                  <a:extLst>
                    <a:ext uri="{9D8B030D-6E8A-4147-A177-3AD203B41FA5}">
                      <a16:colId xmlns:a16="http://schemas.microsoft.com/office/drawing/2014/main" val="3975253130"/>
                    </a:ext>
                  </a:extLst>
                </a:gridCol>
                <a:gridCol w="1537324">
                  <a:extLst>
                    <a:ext uri="{9D8B030D-6E8A-4147-A177-3AD203B41FA5}">
                      <a16:colId xmlns:a16="http://schemas.microsoft.com/office/drawing/2014/main" val="454326705"/>
                    </a:ext>
                  </a:extLst>
                </a:gridCol>
                <a:gridCol w="2887092">
                  <a:extLst>
                    <a:ext uri="{9D8B030D-6E8A-4147-A177-3AD203B41FA5}">
                      <a16:colId xmlns:a16="http://schemas.microsoft.com/office/drawing/2014/main" val="1005468603"/>
                    </a:ext>
                  </a:extLst>
                </a:gridCol>
                <a:gridCol w="2485708">
                  <a:extLst>
                    <a:ext uri="{9D8B030D-6E8A-4147-A177-3AD203B41FA5}">
                      <a16:colId xmlns:a16="http://schemas.microsoft.com/office/drawing/2014/main" val="1387992669"/>
                    </a:ext>
                  </a:extLst>
                </a:gridCol>
                <a:gridCol w="2768479">
                  <a:extLst>
                    <a:ext uri="{9D8B030D-6E8A-4147-A177-3AD203B41FA5}">
                      <a16:colId xmlns:a16="http://schemas.microsoft.com/office/drawing/2014/main" val="4280756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Week #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 Lab #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Lab Date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Gradescope Release 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Gradescope Due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7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24,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24, 2025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08:00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October 30, 2025 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79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31,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31,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6,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55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7,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7,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13,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58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14,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14,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20,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2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21,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21,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27,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850148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B33468-1724-D757-1AD8-B31EB5DBF2BA}"/>
              </a:ext>
            </a:extLst>
          </p:cNvPr>
          <p:cNvSpPr/>
          <p:nvPr/>
        </p:nvSpPr>
        <p:spPr>
          <a:xfrm>
            <a:off x="805185" y="4184796"/>
            <a:ext cx="10548615" cy="615822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0446206"/>
      </p:ext>
    </p:extLst>
  </p:cSld>
  <p:clrMapOvr>
    <a:masterClrMapping/>
  </p:clrMapOvr>
</p:sld>
</file>

<file path=ppt/theme/theme1.xml><?xml version="1.0" encoding="utf-8"?>
<a:theme xmlns:a="http://schemas.openxmlformats.org/drawingml/2006/main" name="SIT PowerPoint 2021 Design Theme">
  <a:themeElements>
    <a:clrScheme name="Custom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6"/>
      </a:accent1>
      <a:accent2>
        <a:srgbClr val="04509C"/>
      </a:accent2>
      <a:accent3>
        <a:srgbClr val="669900"/>
      </a:accent3>
      <a:accent4>
        <a:srgbClr val="FF6600"/>
      </a:accent4>
      <a:accent5>
        <a:srgbClr val="CC0000"/>
      </a:accent5>
      <a:accent6>
        <a:srgbClr val="7F7F7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T PowerPoint 2021 Template" id="{7ED8A9B9-7CA4-42B3-8088-F180B202D817}" vid="{9CEE1484-4E3A-4C6E-8136-DAB8ED723EF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3F7FCE0D38C54FAA7DDE20E55812A6" ma:contentTypeVersion="13" ma:contentTypeDescription="Create a new document." ma:contentTypeScope="" ma:versionID="e3c2e1df67114a9a78e9107c8ad59bce">
  <xsd:schema xmlns:xsd="http://www.w3.org/2001/XMLSchema" xmlns:xs="http://www.w3.org/2001/XMLSchema" xmlns:p="http://schemas.microsoft.com/office/2006/metadata/properties" xmlns:ns2="9b533b96-199a-4bc1-bd53-29ff4f59b01f" xmlns:ns3="8d90648e-3f9e-47ab-bcbb-61525c769494" targetNamespace="http://schemas.microsoft.com/office/2006/metadata/properties" ma:root="true" ma:fieldsID="dca2d678dee70690d85bbba68c9d5eec" ns2:_="" ns3:_="">
    <xsd:import namespace="9b533b96-199a-4bc1-bd53-29ff4f59b01f"/>
    <xsd:import namespace="8d90648e-3f9e-47ab-bcbb-61525c769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33b96-199a-4bc1-bd53-29ff4f59b0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90648e-3f9e-47ab-bcbb-61525c76949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917F92-F352-4B11-884D-AA5BDADB4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EF3010-D481-4371-8845-3361CCBB661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807A418-6534-493E-A726-89DDCAFC6C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33b96-199a-4bc1-bd53-29ff4f59b01f"/>
    <ds:schemaRef ds:uri="8d90648e-3f9e-47ab-bcbb-61525c7694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7316</TotalTime>
  <Words>958</Words>
  <Application>Microsoft Office PowerPoint</Application>
  <PresentationFormat>Widescreen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DengXian</vt:lpstr>
      <vt:lpstr>-apple-system</vt:lpstr>
      <vt:lpstr>Aptos</vt:lpstr>
      <vt:lpstr>Arial</vt:lpstr>
      <vt:lpstr>Calibri</vt:lpstr>
      <vt:lpstr>Consolas</vt:lpstr>
      <vt:lpstr>Wingdings</vt:lpstr>
      <vt:lpstr>SIT PowerPoint 2021 Design Theme</vt:lpstr>
      <vt:lpstr>INF1002 Programming Fundamentals  (AY2025-T1) 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 PowerPoint 2021 Template</dc:title>
  <dc:creator>Edmund Chan Guanghui</dc:creator>
  <cp:lastModifiedBy>Jacob Abraham</cp:lastModifiedBy>
  <cp:revision>125</cp:revision>
  <dcterms:created xsi:type="dcterms:W3CDTF">2021-05-30T05:25:48Z</dcterms:created>
  <dcterms:modified xsi:type="dcterms:W3CDTF">2025-11-14T09:55:20Z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f8e180-8f22-4ead-b44a-2d560df875da_Enabled">
    <vt:lpwstr>true</vt:lpwstr>
  </property>
  <property fmtid="{D5CDD505-2E9C-101B-9397-08002B2CF9AE}" pid="3" name="MSIP_Label_3ef8e180-8f22-4ead-b44a-2d560df875da_SetDate">
    <vt:lpwstr>2021-05-30T03:29:45Z</vt:lpwstr>
  </property>
  <property fmtid="{D5CDD505-2E9C-101B-9397-08002B2CF9AE}" pid="4" name="MSIP_Label_3ef8e180-8f22-4ead-b44a-2d560df875da_Method">
    <vt:lpwstr>Privileged</vt:lpwstr>
  </property>
  <property fmtid="{D5CDD505-2E9C-101B-9397-08002B2CF9AE}" pid="5" name="MSIP_Label_3ef8e180-8f22-4ead-b44a-2d560df875da_Name">
    <vt:lpwstr>Public</vt:lpwstr>
  </property>
  <property fmtid="{D5CDD505-2E9C-101B-9397-08002B2CF9AE}" pid="6" name="MSIP_Label_3ef8e180-8f22-4ead-b44a-2d560df875da_SiteId">
    <vt:lpwstr>64991f7f-44d6-4d8c-9cd4-7862e8cb94c6</vt:lpwstr>
  </property>
  <property fmtid="{D5CDD505-2E9C-101B-9397-08002B2CF9AE}" pid="7" name="MSIP_Label_3ef8e180-8f22-4ead-b44a-2d560df875da_ActionId">
    <vt:lpwstr>478719fd-0d2a-4df4-ba22-1e199b9bc055</vt:lpwstr>
  </property>
  <property fmtid="{D5CDD505-2E9C-101B-9397-08002B2CF9AE}" pid="8" name="MSIP_Label_3ef8e180-8f22-4ead-b44a-2d560df875da_ContentBits">
    <vt:lpwstr>0</vt:lpwstr>
  </property>
  <property fmtid="{D5CDD505-2E9C-101B-9397-08002B2CF9AE}" pid="9" name="ContentTypeId">
    <vt:lpwstr>0x0101005A3F7FCE0D38C54FAA7DDE20E55812A6</vt:lpwstr>
  </property>
</Properties>
</file>